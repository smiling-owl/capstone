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132e5e9adf40f5" /><Relationship Type="http://schemas.openxmlformats.org/officeDocument/2006/relationships/extended-properties" Target="/docProps/app.xml" Id="Re56b65aba64341f0" /><Relationship Type="http://schemas.openxmlformats.org/officeDocument/2006/relationships/officeDocument" Target="/ppt/presentation.xml" Id="R4ecaa30321144ddc" /></Relationships>
</file>

<file path=ppt/presentation.xml><?xml version="1.0" encoding="utf-8"?>
<p:presentation xmlns:p="http://schemas.openxmlformats.org/presentationml/2006/main">
  <p:sldMasterIdLst>
    <p:sldMasterId xmlns:r="http://schemas.openxmlformats.org/officeDocument/2006/relationships" id="2147483648" r:id="Rfbbb8094112e4abe"/>
  </p:sldMasterIdLst>
  <p:notesMasterIdLst>
    <p:notesMasterId xmlns:r="http://schemas.openxmlformats.org/officeDocument/2006/relationships" r:id="Rd560e2e70d484878"/>
  </p:notesMasterIdLst>
  <p:sldIdLst>
    <p:sldId xmlns:r="http://schemas.openxmlformats.org/officeDocument/2006/relationships" id="256" r:id="R4de71325ecf749d8"/>
    <p:sldId xmlns:r="http://schemas.openxmlformats.org/officeDocument/2006/relationships" id="257" r:id="Rf7806aadb6764f56"/>
    <p:sldId xmlns:r="http://schemas.openxmlformats.org/officeDocument/2006/relationships" id="258" r:id="Reb120f04e5ab4fd6"/>
    <p:sldId xmlns:r="http://schemas.openxmlformats.org/officeDocument/2006/relationships" id="259" r:id="R0b4005be93b9496c"/>
    <p:sldId xmlns:r="http://schemas.openxmlformats.org/officeDocument/2006/relationships" id="260" r:id="R0d6160145a51415f"/>
    <p:sldId xmlns:r="http://schemas.openxmlformats.org/officeDocument/2006/relationships" id="261" r:id="Rd3c9f2d863c44aa8"/>
    <p:sldId xmlns:r="http://schemas.openxmlformats.org/officeDocument/2006/relationships" id="262" r:id="R6961cfba95694680"/>
    <p:sldId xmlns:r="http://schemas.openxmlformats.org/officeDocument/2006/relationships" id="263" r:id="Ra11971f663c54119"/>
    <p:sldId xmlns:r="http://schemas.openxmlformats.org/officeDocument/2006/relationships" id="264" r:id="Rf4294ce6be9a48e1"/>
    <p:sldId xmlns:r="http://schemas.openxmlformats.org/officeDocument/2006/relationships" id="265" r:id="Rda2b19174cdb4d70"/>
    <p:sldId xmlns:r="http://schemas.openxmlformats.org/officeDocument/2006/relationships" id="266" r:id="R5162b30c31244952"/>
    <p:sldId xmlns:r="http://schemas.openxmlformats.org/officeDocument/2006/relationships" id="267" r:id="Rfd484cb3a145418f"/>
    <p:sldId xmlns:r="http://schemas.openxmlformats.org/officeDocument/2006/relationships" id="268" r:id="R434986a0707648fa"/>
    <p:sldId xmlns:r="http://schemas.openxmlformats.org/officeDocument/2006/relationships" id="269" r:id="R076240c0aab644ae"/>
    <p:sldId xmlns:r="http://schemas.openxmlformats.org/officeDocument/2006/relationships" id="270" r:id="R10ab2afd27ff4ff9"/>
    <p:sldId xmlns:r="http://schemas.openxmlformats.org/officeDocument/2006/relationships" id="271" r:id="R74c92dc671a44114"/>
    <p:sldId xmlns:r="http://schemas.openxmlformats.org/officeDocument/2006/relationships" id="272" r:id="R3e290cbdc15c48b3"/>
    <p:sldId xmlns:r="http://schemas.openxmlformats.org/officeDocument/2006/relationships" id="273" r:id="R1d86ec3d5b1e4fbf"/>
    <p:sldId xmlns:r="http://schemas.openxmlformats.org/officeDocument/2006/relationships" id="274" r:id="R4be7f50d67b147c9"/>
    <p:sldId xmlns:r="http://schemas.openxmlformats.org/officeDocument/2006/relationships" id="275" r:id="R88fef2f605ab4572"/>
    <p:sldId xmlns:r="http://schemas.openxmlformats.org/officeDocument/2006/relationships" id="276" r:id="Re232a97bb22b4afc"/>
    <p:sldId xmlns:r="http://schemas.openxmlformats.org/officeDocument/2006/relationships" id="277" r:id="Rb0d233303284481e"/>
    <p:sldId xmlns:r="http://schemas.openxmlformats.org/officeDocument/2006/relationships" id="278" r:id="Rd26e348c2e3d400a"/>
    <p:sldId xmlns:r="http://schemas.openxmlformats.org/officeDocument/2006/relationships" id="279" r:id="R20e355597a9b45fb"/>
    <p:sldId xmlns:r="http://schemas.openxmlformats.org/officeDocument/2006/relationships" id="280" r:id="R863b960b99294653"/>
    <p:sldId xmlns:r="http://schemas.openxmlformats.org/officeDocument/2006/relationships" id="281" r:id="Re3d1c4161b8448fe"/>
    <p:sldId xmlns:r="http://schemas.openxmlformats.org/officeDocument/2006/relationships" id="282" r:id="R816aefafa80a4d73"/>
    <p:sldId xmlns:r="http://schemas.openxmlformats.org/officeDocument/2006/relationships" id="283" r:id="R7b47645a16d04f71"/>
    <p:sldId xmlns:r="http://schemas.openxmlformats.org/officeDocument/2006/relationships" id="284" r:id="R2affb782b5ae4d03"/>
    <p:sldId xmlns:r="http://schemas.openxmlformats.org/officeDocument/2006/relationships" id="285" r:id="Rffac78cf316b4f96"/>
    <p:sldId xmlns:r="http://schemas.openxmlformats.org/officeDocument/2006/relationships" id="286" r:id="R79bbffbe82fd48d6"/>
    <p:sldId xmlns:r="http://schemas.openxmlformats.org/officeDocument/2006/relationships" id="287" r:id="Re2cca094626543da"/>
    <p:sldId xmlns:r="http://schemas.openxmlformats.org/officeDocument/2006/relationships" id="288" r:id="R8ec37484113b46e0"/>
    <p:sldId xmlns:r="http://schemas.openxmlformats.org/officeDocument/2006/relationships" id="289" r:id="Rdeaa5b7ed9924d01"/>
    <p:sldId xmlns:r="http://schemas.openxmlformats.org/officeDocument/2006/relationships" id="290" r:id="R08bfe139277241d0"/>
    <p:sldId xmlns:r="http://schemas.openxmlformats.org/officeDocument/2006/relationships" id="291" r:id="R9d9da0b3edaf41de"/>
    <p:sldId xmlns:r="http://schemas.openxmlformats.org/officeDocument/2006/relationships" id="292" r:id="R43eddd67b3fc4fd9"/>
    <p:sldId xmlns:r="http://schemas.openxmlformats.org/officeDocument/2006/relationships" id="293" r:id="Rf9407d473ec34bea"/>
    <p:sldId xmlns:r="http://schemas.openxmlformats.org/officeDocument/2006/relationships" id="294" r:id="R360b19d460fc4fe6"/>
    <p:sldId xmlns:r="http://schemas.openxmlformats.org/officeDocument/2006/relationships" id="295" r:id="R0a8d6b93b8c54de4"/>
    <p:sldId xmlns:r="http://schemas.openxmlformats.org/officeDocument/2006/relationships" id="296" r:id="Rfd6e0011ec784bf7"/>
    <p:sldId xmlns:r="http://schemas.openxmlformats.org/officeDocument/2006/relationships" id="297" r:id="Rac8df5f7fd4f49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169b8e82fc483e" /><Relationship Type="http://schemas.openxmlformats.org/officeDocument/2006/relationships/slideMaster" Target="/ppt/slideMasters/slideMaster1.xml" Id="Rfbbb8094112e4abe" /><Relationship Type="http://schemas.openxmlformats.org/officeDocument/2006/relationships/notesMaster" Target="/ppt/notesMasters/notesMaster1.xml" Id="Rd560e2e70d484878" /><Relationship Type="http://schemas.openxmlformats.org/officeDocument/2006/relationships/presProps" Target="/ppt/presProps.xml" Id="R95565bcf9ea4452b" /><Relationship Type="http://schemas.openxmlformats.org/officeDocument/2006/relationships/tableStyles" Target="/ppt/tableStyles.xml" Id="R2fc96c3e6d9d4725" /><Relationship Type="http://schemas.openxmlformats.org/officeDocument/2006/relationships/slide" Target="/ppt/slides/slide1.xml" Id="R4de71325ecf749d8" /><Relationship Type="http://schemas.openxmlformats.org/officeDocument/2006/relationships/slide" Target="/ppt/slides/slide2.xml" Id="Rf7806aadb6764f56" /><Relationship Type="http://schemas.openxmlformats.org/officeDocument/2006/relationships/slide" Target="/ppt/slides/slide3.xml" Id="Reb120f04e5ab4fd6" /><Relationship Type="http://schemas.openxmlformats.org/officeDocument/2006/relationships/slide" Target="/ppt/slides/slide4.xml" Id="R0b4005be93b9496c" /><Relationship Type="http://schemas.openxmlformats.org/officeDocument/2006/relationships/slide" Target="/ppt/slides/slide5.xml" Id="R0d6160145a51415f" /><Relationship Type="http://schemas.openxmlformats.org/officeDocument/2006/relationships/slide" Target="/ppt/slides/slide6.xml" Id="Rd3c9f2d863c44aa8" /><Relationship Type="http://schemas.openxmlformats.org/officeDocument/2006/relationships/slide" Target="/ppt/slides/slide7.xml" Id="R6961cfba95694680" /><Relationship Type="http://schemas.openxmlformats.org/officeDocument/2006/relationships/slide" Target="/ppt/slides/slide8.xml" Id="Ra11971f663c54119" /><Relationship Type="http://schemas.openxmlformats.org/officeDocument/2006/relationships/slide" Target="/ppt/slides/slide9.xml" Id="Rf4294ce6be9a48e1" /><Relationship Type="http://schemas.openxmlformats.org/officeDocument/2006/relationships/slide" Target="/ppt/slides/slide10.xml" Id="Rda2b19174cdb4d70" /><Relationship Type="http://schemas.openxmlformats.org/officeDocument/2006/relationships/slide" Target="/ppt/slides/slide11.xml" Id="R5162b30c31244952" /><Relationship Type="http://schemas.openxmlformats.org/officeDocument/2006/relationships/slide" Target="/ppt/slides/slide12.xml" Id="Rfd484cb3a145418f" /><Relationship Type="http://schemas.openxmlformats.org/officeDocument/2006/relationships/slide" Target="/ppt/slides/slide13.xml" Id="R434986a0707648fa" /><Relationship Type="http://schemas.openxmlformats.org/officeDocument/2006/relationships/slide" Target="/ppt/slides/slide14.xml" Id="R076240c0aab644ae" /><Relationship Type="http://schemas.openxmlformats.org/officeDocument/2006/relationships/slide" Target="/ppt/slides/slide15.xml" Id="R10ab2afd27ff4ff9" /><Relationship Type="http://schemas.openxmlformats.org/officeDocument/2006/relationships/slide" Target="/ppt/slides/slide16.xml" Id="R74c92dc671a44114" /><Relationship Type="http://schemas.openxmlformats.org/officeDocument/2006/relationships/slide" Target="/ppt/slides/slide17.xml" Id="R3e290cbdc15c48b3" /><Relationship Type="http://schemas.openxmlformats.org/officeDocument/2006/relationships/slide" Target="/ppt/slides/slide18.xml" Id="R1d86ec3d5b1e4fbf" /><Relationship Type="http://schemas.openxmlformats.org/officeDocument/2006/relationships/slide" Target="/ppt/slides/slide19.xml" Id="R4be7f50d67b147c9" /><Relationship Type="http://schemas.openxmlformats.org/officeDocument/2006/relationships/slide" Target="/ppt/slides/slide20.xml" Id="R88fef2f605ab4572" /><Relationship Type="http://schemas.openxmlformats.org/officeDocument/2006/relationships/slide" Target="/ppt/slides/slide21.xml" Id="Re232a97bb22b4afc" /><Relationship Type="http://schemas.openxmlformats.org/officeDocument/2006/relationships/slide" Target="/ppt/slides/slide22.xml" Id="Rb0d233303284481e" /><Relationship Type="http://schemas.openxmlformats.org/officeDocument/2006/relationships/slide" Target="/ppt/slides/slide23.xml" Id="Rd26e348c2e3d400a" /><Relationship Type="http://schemas.openxmlformats.org/officeDocument/2006/relationships/slide" Target="/ppt/slides/slide24.xml" Id="R20e355597a9b45fb" /><Relationship Type="http://schemas.openxmlformats.org/officeDocument/2006/relationships/slide" Target="/ppt/slides/slide25.xml" Id="R863b960b99294653" /><Relationship Type="http://schemas.openxmlformats.org/officeDocument/2006/relationships/slide" Target="/ppt/slides/slide26.xml" Id="Re3d1c4161b8448fe" /><Relationship Type="http://schemas.openxmlformats.org/officeDocument/2006/relationships/slide" Target="/ppt/slides/slide27.xml" Id="R816aefafa80a4d73" /><Relationship Type="http://schemas.openxmlformats.org/officeDocument/2006/relationships/slide" Target="/ppt/slides/slide28.xml" Id="R7b47645a16d04f71" /><Relationship Type="http://schemas.openxmlformats.org/officeDocument/2006/relationships/slide" Target="/ppt/slides/slide29.xml" Id="R2affb782b5ae4d03" /><Relationship Type="http://schemas.openxmlformats.org/officeDocument/2006/relationships/slide" Target="/ppt/slides/slide30.xml" Id="Rffac78cf316b4f96" /><Relationship Type="http://schemas.openxmlformats.org/officeDocument/2006/relationships/slide" Target="/ppt/slides/slide31.xml" Id="R79bbffbe82fd48d6" /><Relationship Type="http://schemas.openxmlformats.org/officeDocument/2006/relationships/slide" Target="/ppt/slides/slide32.xml" Id="Re2cca094626543da" /><Relationship Type="http://schemas.openxmlformats.org/officeDocument/2006/relationships/slide" Target="/ppt/slides/slide33.xml" Id="R8ec37484113b46e0" /><Relationship Type="http://schemas.openxmlformats.org/officeDocument/2006/relationships/slide" Target="/ppt/slides/slide34.xml" Id="Rdeaa5b7ed9924d01" /><Relationship Type="http://schemas.openxmlformats.org/officeDocument/2006/relationships/slide" Target="/ppt/slides/slide35.xml" Id="R08bfe139277241d0" /><Relationship Type="http://schemas.openxmlformats.org/officeDocument/2006/relationships/slide" Target="/ppt/slides/slide36.xml" Id="R9d9da0b3edaf41de" /><Relationship Type="http://schemas.openxmlformats.org/officeDocument/2006/relationships/slide" Target="/ppt/slides/slide37.xml" Id="R43eddd67b3fc4fd9" /><Relationship Type="http://schemas.openxmlformats.org/officeDocument/2006/relationships/slide" Target="/ppt/slides/slide38.xml" Id="Rf9407d473ec34bea" /><Relationship Type="http://schemas.openxmlformats.org/officeDocument/2006/relationships/slide" Target="/ppt/slides/slide39.xml" Id="R360b19d460fc4fe6" /><Relationship Type="http://schemas.openxmlformats.org/officeDocument/2006/relationships/slide" Target="/ppt/slides/slide40.xml" Id="R0a8d6b93b8c54de4" /><Relationship Type="http://schemas.openxmlformats.org/officeDocument/2006/relationships/slide" Target="/ppt/slides/slide41.xml" Id="Rfd6e0011ec784bf7" /><Relationship Type="http://schemas.openxmlformats.org/officeDocument/2006/relationships/slide" Target="/ppt/slides/slide42.xml" Id="Rac8df5f7fd4f49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e114de0a6d4d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7e2128010d4638" /><Relationship Type="http://schemas.openxmlformats.org/officeDocument/2006/relationships/notesMaster" Target="/ppt/notesMasters/notesMaster1.xml" Id="R841d9bf01fa14b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4a660614f54793" /><Relationship Type="http://schemas.openxmlformats.org/officeDocument/2006/relationships/notesMaster" Target="/ppt/notesMasters/notesMaster1.xml" Id="R322ea6969eab49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b1a13dc1046cf" /><Relationship Type="http://schemas.openxmlformats.org/officeDocument/2006/relationships/notesMaster" Target="/ppt/notesMasters/notesMaster1.xml" Id="R09d3dd05309047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6734eb2cfa4852" /><Relationship Type="http://schemas.openxmlformats.org/officeDocument/2006/relationships/notesMaster" Target="/ppt/notesMasters/notesMaster1.xml" Id="R14e17e1cfa7048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0ab5021d8c4718" /><Relationship Type="http://schemas.openxmlformats.org/officeDocument/2006/relationships/notesMaster" Target="/ppt/notesMasters/notesMaster1.xml" Id="R248645d2033845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617def4d44ce4" /><Relationship Type="http://schemas.openxmlformats.org/officeDocument/2006/relationships/notesMaster" Target="/ppt/notesMasters/notesMaster1.xml" Id="R0d092ec43bfe42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920f81da7a4f3f" /><Relationship Type="http://schemas.openxmlformats.org/officeDocument/2006/relationships/notesMaster" Target="/ppt/notesMasters/notesMaster1.xml" Id="R9b296271c10641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05c8f0c40b4832" /><Relationship Type="http://schemas.openxmlformats.org/officeDocument/2006/relationships/notesMaster" Target="/ppt/notesMasters/notesMaster1.xml" Id="R897a0192078e44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29a5e9cef243d8" /><Relationship Type="http://schemas.openxmlformats.org/officeDocument/2006/relationships/notesMaster" Target="/ppt/notesMasters/notesMaster1.xml" Id="Rdc82d229b38746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378a3566fe4887" /><Relationship Type="http://schemas.openxmlformats.org/officeDocument/2006/relationships/notesMaster" Target="/ppt/notesMasters/notesMaster1.xml" Id="Raf3b7a1c62a64a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3c2163bb9444e2" /><Relationship Type="http://schemas.openxmlformats.org/officeDocument/2006/relationships/notesMaster" Target="/ppt/notesMasters/notesMaster1.xml" Id="R9ebe9011f71c4d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e4a0c3780a4904" /><Relationship Type="http://schemas.openxmlformats.org/officeDocument/2006/relationships/notesMaster" Target="/ppt/notesMasters/notesMaster1.xml" Id="Rf408a6262a5449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b1fb6691984092" /><Relationship Type="http://schemas.openxmlformats.org/officeDocument/2006/relationships/notesMaster" Target="/ppt/notesMasters/notesMaster1.xml" Id="R48c6274d988341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1fb81996f749e5" /><Relationship Type="http://schemas.openxmlformats.org/officeDocument/2006/relationships/notesMaster" Target="/ppt/notesMasters/notesMaster1.xml" Id="Rbc1d7523eeae4a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485fa283044f0b" /><Relationship Type="http://schemas.openxmlformats.org/officeDocument/2006/relationships/notesMaster" Target="/ppt/notesMasters/notesMaster1.xml" Id="R132d71b38d2243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a1130b7bf441e4" /><Relationship Type="http://schemas.openxmlformats.org/officeDocument/2006/relationships/notesMaster" Target="/ppt/notesMasters/notesMaster1.xml" Id="Rd459e0b0dd1449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3dfa7352ac24ec4" /><Relationship Type="http://schemas.openxmlformats.org/officeDocument/2006/relationships/notesMaster" Target="/ppt/notesMasters/notesMaster1.xml" Id="Rae6825780a8044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587d407334464b" /><Relationship Type="http://schemas.openxmlformats.org/officeDocument/2006/relationships/notesMaster" Target="/ppt/notesMasters/notesMaster1.xml" Id="Rf6a6934f4e2a49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ad9fe0277e4779" /><Relationship Type="http://schemas.openxmlformats.org/officeDocument/2006/relationships/notesMaster" Target="/ppt/notesMasters/notesMaster1.xml" Id="R5526ad951a6547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1b1ba0342149bd" /><Relationship Type="http://schemas.openxmlformats.org/officeDocument/2006/relationships/notesMaster" Target="/ppt/notesMasters/notesMaster1.xml" Id="R4401b9e9a4ec4c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415fe28bba4fe0" /><Relationship Type="http://schemas.openxmlformats.org/officeDocument/2006/relationships/notesMaster" Target="/ppt/notesMasters/notesMaster1.xml" Id="R555ab80f527046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d2b0891335a451e" /><Relationship Type="http://schemas.openxmlformats.org/officeDocument/2006/relationships/notesMaster" Target="/ppt/notesMasters/notesMaster1.xml" Id="Rc5a0ee5826de4e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ffd79bcfb794e25" /><Relationship Type="http://schemas.openxmlformats.org/officeDocument/2006/relationships/notesMaster" Target="/ppt/notesMasters/notesMaster1.xml" Id="Rb9826b7fdacc42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13e03b78d94e23" /><Relationship Type="http://schemas.openxmlformats.org/officeDocument/2006/relationships/notesMaster" Target="/ppt/notesMasters/notesMaster1.xml" Id="R213d49e134f74c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b0866a504b74534" /><Relationship Type="http://schemas.openxmlformats.org/officeDocument/2006/relationships/notesMaster" Target="/ppt/notesMasters/notesMaster1.xml" Id="Rd7ee46a1d8eb423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609e5f78a54ba3" /><Relationship Type="http://schemas.openxmlformats.org/officeDocument/2006/relationships/notesMaster" Target="/ppt/notesMasters/notesMaster1.xml" Id="Rd166cf1f506a47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a64fffe18f84569" /><Relationship Type="http://schemas.openxmlformats.org/officeDocument/2006/relationships/notesMaster" Target="/ppt/notesMasters/notesMaster1.xml" Id="Rdbda723f1d00448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9d91d6b877740d9" /><Relationship Type="http://schemas.openxmlformats.org/officeDocument/2006/relationships/notesMaster" Target="/ppt/notesMasters/notesMaster1.xml" Id="Rc674c19540a846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b4510b512c4210" /><Relationship Type="http://schemas.openxmlformats.org/officeDocument/2006/relationships/notesMaster" Target="/ppt/notesMasters/notesMaster1.xml" Id="R9c5d15b006414e8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6c59b27a67642b5" /><Relationship Type="http://schemas.openxmlformats.org/officeDocument/2006/relationships/notesMaster" Target="/ppt/notesMasters/notesMaster1.xml" Id="Rb962726515f84ea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1fd04d058ff4c5f" /><Relationship Type="http://schemas.openxmlformats.org/officeDocument/2006/relationships/notesMaster" Target="/ppt/notesMasters/notesMaster1.xml" Id="R2cb6a665a47d42a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db85fb300140ae" /><Relationship Type="http://schemas.openxmlformats.org/officeDocument/2006/relationships/notesMaster" Target="/ppt/notesMasters/notesMaster1.xml" Id="Re575cfffaf0f44e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b1314522c144963" /><Relationship Type="http://schemas.openxmlformats.org/officeDocument/2006/relationships/notesMaster" Target="/ppt/notesMasters/notesMaster1.xml" Id="R146b602172924d9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1ffce45ba894b77" /><Relationship Type="http://schemas.openxmlformats.org/officeDocument/2006/relationships/notesMaster" Target="/ppt/notesMasters/notesMaster1.xml" Id="R252be7e7aade41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9880b3a230c4e45" /><Relationship Type="http://schemas.openxmlformats.org/officeDocument/2006/relationships/notesMaster" Target="/ppt/notesMasters/notesMaster1.xml" Id="R086b32bcb96b4f1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3530821f9a34da8" /><Relationship Type="http://schemas.openxmlformats.org/officeDocument/2006/relationships/notesMaster" Target="/ppt/notesMasters/notesMaster1.xml" Id="R61ec26a8a70e4f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827455a409f4cfc" /><Relationship Type="http://schemas.openxmlformats.org/officeDocument/2006/relationships/notesMaster" Target="/ppt/notesMasters/notesMaster1.xml" Id="Rd6539dd8aa634fa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fe5f59ce0f1492b" /><Relationship Type="http://schemas.openxmlformats.org/officeDocument/2006/relationships/notesMaster" Target="/ppt/notesMasters/notesMaster1.xml" Id="Rbd040fe26c58458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f88fb9d725644c1" /><Relationship Type="http://schemas.openxmlformats.org/officeDocument/2006/relationships/notesMaster" Target="/ppt/notesMasters/notesMaster1.xml" Id="R965776610d2d4e8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c634499ce944c57" /><Relationship Type="http://schemas.openxmlformats.org/officeDocument/2006/relationships/notesMaster" Target="/ppt/notesMasters/notesMaster1.xml" Id="R072ee2d555e24e9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481f277983946fd" /><Relationship Type="http://schemas.openxmlformats.org/officeDocument/2006/relationships/notesMaster" Target="/ppt/notesMasters/notesMaster1.xml" Id="R87694f134c424a3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d1e43c58b8a4f0d" /><Relationship Type="http://schemas.openxmlformats.org/officeDocument/2006/relationships/notesMaster" Target="/ppt/notesMasters/notesMaster1.xml" Id="R8478ce97ebe84e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system is a centralized, responsive web platform configured for participating DRRM organizations. It uses separate Purok, Barangay and DRRM Administrator roles. It supports community profile capture, incident reporting, verification at each level, report history and SitRep preparation. Purok records are aggregate community counts rather than named household case files. The adopting public organization retains authority over jurisdictions, users, verification, approvals, disclosure and official submissions.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connects the four problem themes to the corresponding objectives and methods described in the proposed system. The methods are system approaches, not module names. The mapping is a design rationale, not an evaluation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does not specify AI or machine-learning functions in the proposed product. Its validation checks concern syntax, domain, range, consistency and possible duplicates. Human reviewers retain responsibility for factual accuracy and report approval. If AI tools assisted drafting, coding or presentation preparation, disclose the actual use according to the university's policy. Do not claim the system uses AI for hazard classification, casualty estimation, report generation or decision-making unless the approved paper and implementation explicitly add and evaluate those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0425ec4d194b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060ba1bb424604" /><Relationship Type="http://schemas.openxmlformats.org/officeDocument/2006/relationships/slideLayout" Target="/ppt/slideLayouts/slideLayout1.xml" Id="R792007543a934a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2007543a934a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932f2bb1794c26" /><Relationship Type="http://schemas.openxmlformats.org/officeDocument/2006/relationships/notesSlide" Target="/ppt/notesSlides/notesSlide1.xml" Id="Re25afbd961ae48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20a75b2a2a4d55" /><Relationship Type="http://schemas.openxmlformats.org/officeDocument/2006/relationships/notesSlide" Target="/ppt/notesSlides/notesSlide2.xml" Id="R0dbb7718d32f4a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cfe7bdcd3a4405" /><Relationship Type="http://schemas.openxmlformats.org/officeDocument/2006/relationships/notesSlide" Target="/ppt/notesSlides/notesSlide3.xml" Id="R3770040dd98d45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89e0a7e748464f" /><Relationship Type="http://schemas.openxmlformats.org/officeDocument/2006/relationships/notesSlide" Target="/ppt/notesSlides/notesSlide4.xml" Id="R5144a6dc530f45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cb0c8fed4249f9" /><Relationship Type="http://schemas.openxmlformats.org/officeDocument/2006/relationships/notesSlide" Target="/ppt/notesSlides/notesSlide5.xml" Id="R82f6c27463134f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3a0d93ed71467e" /><Relationship Type="http://schemas.openxmlformats.org/officeDocument/2006/relationships/notesSlide" Target="/ppt/notesSlides/notesSlide6.xml" Id="R1d2718865ab649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ba19b0403649c2" /><Relationship Type="http://schemas.openxmlformats.org/officeDocument/2006/relationships/notesSlide" Target="/ppt/notesSlides/notesSlide7.xml" Id="R4ef851d1e2bb46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30631e90b84d2a" /><Relationship Type="http://schemas.openxmlformats.org/officeDocument/2006/relationships/notesSlide" Target="/ppt/notesSlides/notesSlide8.xml" Id="Rd068230ac2634b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ebdc4860084d5f" /><Relationship Type="http://schemas.openxmlformats.org/officeDocument/2006/relationships/notesSlide" Target="/ppt/notesSlides/notesSlide9.xml" Id="R50c31984b1d14e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3584b50d874b82" /><Relationship Type="http://schemas.openxmlformats.org/officeDocument/2006/relationships/notesSlide" Target="/ppt/notesSlides/notesSlide10.xml" Id="R92b378f99f084e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0572596a714e71" /><Relationship Type="http://schemas.openxmlformats.org/officeDocument/2006/relationships/notesSlide" Target="/ppt/notesSlides/notesSlide11.xml" Id="R6747ebd84a584e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d6f90179fd4325" /><Relationship Type="http://schemas.openxmlformats.org/officeDocument/2006/relationships/notesSlide" Target="/ppt/notesSlides/notesSlide12.xml" Id="R01f13931d5894a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538de755b14e46" /><Relationship Type="http://schemas.openxmlformats.org/officeDocument/2006/relationships/notesSlide" Target="/ppt/notesSlides/notesSlide13.xml" Id="R5a677851632c47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ac27f08d614d6e" /><Relationship Type="http://schemas.openxmlformats.org/officeDocument/2006/relationships/notesSlide" Target="/ppt/notesSlides/notesSlide14.xml" Id="R6ce889b70cef47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ae6f0fb3024e91" /><Relationship Type="http://schemas.openxmlformats.org/officeDocument/2006/relationships/notesSlide" Target="/ppt/notesSlides/notesSlide15.xml" Id="R772d3f86f4bd48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495998b2514634" /><Relationship Type="http://schemas.openxmlformats.org/officeDocument/2006/relationships/notesSlide" Target="/ppt/notesSlides/notesSlide16.xml" Id="R5e0c14dfa82f49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e3b95ab1ae4593" /><Relationship Type="http://schemas.openxmlformats.org/officeDocument/2006/relationships/notesSlide" Target="/ppt/notesSlides/notesSlide17.xml" Id="R63012a49c68b46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352a630c2ed4740" /><Relationship Type="http://schemas.openxmlformats.org/officeDocument/2006/relationships/notesSlide" Target="/ppt/notesSlides/notesSlide18.xml" Id="R1821e4f3150f42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e367dcd2684cd4" /><Relationship Type="http://schemas.openxmlformats.org/officeDocument/2006/relationships/notesSlide" Target="/ppt/notesSlides/notesSlide19.xml" Id="R74ad4d0d772f4c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ce9d8e234ae4747" /><Relationship Type="http://schemas.openxmlformats.org/officeDocument/2006/relationships/notesSlide" Target="/ppt/notesSlides/notesSlide20.xml" Id="R0339ba481e324c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230e1f65fe143d1" /><Relationship Type="http://schemas.openxmlformats.org/officeDocument/2006/relationships/notesSlide" Target="/ppt/notesSlides/notesSlide21.xml" Id="R8b6f6944fd314b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b25d7073c874189" /><Relationship Type="http://schemas.openxmlformats.org/officeDocument/2006/relationships/notesSlide" Target="/ppt/notesSlides/notesSlide22.xml" Id="R67fb34a227cc4d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9d3749cc99944d9" /><Relationship Type="http://schemas.openxmlformats.org/officeDocument/2006/relationships/notesSlide" Target="/ppt/notesSlides/notesSlide23.xml" Id="R7549baa37099443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8ed36dd68d4654" /><Relationship Type="http://schemas.openxmlformats.org/officeDocument/2006/relationships/notesSlide" Target="/ppt/notesSlides/notesSlide24.xml" Id="R259fbd251b0d4a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15d5aee9e884be6" /><Relationship Type="http://schemas.openxmlformats.org/officeDocument/2006/relationships/notesSlide" Target="/ppt/notesSlides/notesSlide25.xml" Id="R1b074a50f50448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afd8616c7f64aed" /><Relationship Type="http://schemas.openxmlformats.org/officeDocument/2006/relationships/notesSlide" Target="/ppt/notesSlides/notesSlide26.xml" Id="Recf6de9cd9dd47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91bb3037b8d452c" /><Relationship Type="http://schemas.openxmlformats.org/officeDocument/2006/relationships/notesSlide" Target="/ppt/notesSlides/notesSlide27.xml" Id="Rbff1afa5b9234de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eb1ca94165543c2" /><Relationship Type="http://schemas.openxmlformats.org/officeDocument/2006/relationships/notesSlide" Target="/ppt/notesSlides/notesSlide28.xml" Id="R29c2ed63005b47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00f51903e34437b" /><Relationship Type="http://schemas.openxmlformats.org/officeDocument/2006/relationships/notesSlide" Target="/ppt/notesSlides/notesSlide29.xml" Id="Rc25d4e0c90ec46c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cc05f9e8785494c" /><Relationship Type="http://schemas.openxmlformats.org/officeDocument/2006/relationships/notesSlide" Target="/ppt/notesSlides/notesSlide30.xml" Id="Rf1ef9ccd549e410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e611b183f864b69" /><Relationship Type="http://schemas.openxmlformats.org/officeDocument/2006/relationships/notesSlide" Target="/ppt/notesSlides/notesSlide31.xml" Id="Rd35a0a25a01f4f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4ae220177934ccb" /><Relationship Type="http://schemas.openxmlformats.org/officeDocument/2006/relationships/notesSlide" Target="/ppt/notesSlides/notesSlide32.xml" Id="R5c3e0963ca1642b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149bea3ba5a46b2" /><Relationship Type="http://schemas.openxmlformats.org/officeDocument/2006/relationships/notesSlide" Target="/ppt/notesSlides/notesSlide33.xml" Id="Rc2e312cb590c44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9af25768b1847d0" /><Relationship Type="http://schemas.openxmlformats.org/officeDocument/2006/relationships/notesSlide" Target="/ppt/notesSlides/notesSlide34.xml" Id="R9b0af8b30ee340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a81db58219b46c2" /><Relationship Type="http://schemas.openxmlformats.org/officeDocument/2006/relationships/notesSlide" Target="/ppt/notesSlides/notesSlide35.xml" Id="R3772844427f9454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74ebd6bd70d44b4" /><Relationship Type="http://schemas.openxmlformats.org/officeDocument/2006/relationships/notesSlide" Target="/ppt/notesSlides/notesSlide36.xml" Id="R6344bc3df20b454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5e8e3ffc5c74902" /><Relationship Type="http://schemas.openxmlformats.org/officeDocument/2006/relationships/notesSlide" Target="/ppt/notesSlides/notesSlide37.xml" Id="Rca8125aedec148e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7be9a4b55654aa9" /><Relationship Type="http://schemas.openxmlformats.org/officeDocument/2006/relationships/notesSlide" Target="/ppt/notesSlides/notesSlide38.xml" Id="Rd9d2f2c7938045a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7565897ac7848e2" /><Relationship Type="http://schemas.openxmlformats.org/officeDocument/2006/relationships/image" Target="/ppt/media/image.png" Id="R2f0a9888280d439f" /><Relationship Type="http://schemas.openxmlformats.org/officeDocument/2006/relationships/notesSlide" Target="/ppt/notesSlides/notesSlide39.xml" Id="R85134bd5769e42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70dae24a1704d05" /><Relationship Type="http://schemas.openxmlformats.org/officeDocument/2006/relationships/image" Target="/ppt/media/image2.png" Id="Re625f09cd8604967" /><Relationship Type="http://schemas.openxmlformats.org/officeDocument/2006/relationships/notesSlide" Target="/ppt/notesSlides/notesSlide40.xml" Id="R36cb351db14c4ea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c47b9ec4b6149bd" /><Relationship Type="http://schemas.openxmlformats.org/officeDocument/2006/relationships/image" Target="/ppt/media/image3.png" Id="Re34c6a356ff54202" /><Relationship Type="http://schemas.openxmlformats.org/officeDocument/2006/relationships/notesSlide" Target="/ppt/notesSlides/notesSlide41.xml" Id="R0c7885b0c5684d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522bebd555c4008" /><Relationship Type="http://schemas.openxmlformats.org/officeDocument/2006/relationships/image" Target="/ppt/media/image4.png" Id="R103bf333ca584ec4" /><Relationship Type="http://schemas.openxmlformats.org/officeDocument/2006/relationships/notesSlide" Target="/ppt/notesSlides/notesSlide42.xml" Id="R05246523b5754ac5"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DB99A0-B468-4C3B-AF0D-38477C87AAF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AB2AD7-EE00-43D3-AB3C-98BF62CB4A7A}"/>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38DFBB7C-2C72-4A32-A768-388E280C440A}"/>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FACCEA93-624D-482A-8953-2930FDF43F5B}"/>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C266BBF-5994-4F63-8143-8683AC57AAEB}"/>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and RJ P. Somosa</a:t>
            </a:r>
          </a:p>
        </p:txBody>
      </p:sp>
      <p:sp>
        <p:nvSpPr>
          <p:cNvPr id="6" name="">
            <a:extLst xmlns:a="http://schemas.openxmlformats.org/drawingml/2006/main">
              <a:ext uri="{FF2B5EF4-FFF2-40B4-BE49-F238E27FC236}">
                <a16:creationId xmlns:a16="http://schemas.microsoft.com/office/drawing/2014/main" id="{972BC7B4-58B0-4A00-906C-C5E996631DF1}"/>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AE5A4D50-49DC-4461-BEF4-D5F59E7921F4}"/>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1A4F6F41-6787-47D9-8A9F-2ECB67C3E729}"/>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162657832"/>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46094E30-278A-4E42-90E0-38AA3E196D8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740DC8-9C6E-4FD0-8B1E-1D1FFC1D13E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9DD47FFB-7ACB-457A-838E-0DF52AB2CAF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0660363C-0D7B-472B-8AF4-A01D39F9397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FA3D461-96F6-4AC4-A044-00535AAEAB6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95C98548-7214-440E-BD97-835C6F5D2DE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B88D3F80-A561-4040-96D2-376AB7A1C786}"/>
              </a:ext>
            </a:extLst>
          </p:cNvPr>
          <p:cNvSpPr>
            <a:spLocks xmlns:a="http://schemas.openxmlformats.org/drawingml/2006/main" noGrp="1"/>
          </p:cNvSpPr>
          <p:nvPr/>
        </p:nvSpPr>
        <p:spPr>
          <a:xfrm xmlns:a="http://schemas.openxmlformats.org/drawingml/2006/main">
            <a:off x="8763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1C6E1FB0-2701-4FAF-B4BB-0B6E18E3370D}"/>
              </a:ext>
            </a:extLst>
          </p:cNvPr>
          <p:cNvSpPr>
            <a:spLocks xmlns:a="http://schemas.openxmlformats.org/drawingml/2006/main" noGrp="1"/>
          </p:cNvSpPr>
          <p:nvPr/>
        </p:nvSpPr>
        <p:spPr>
          <a:xfrm xmlns:a="http://schemas.openxmlformats.org/drawingml/2006/main">
            <a:off x="13335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C7E16A61-53B4-4C7F-8DA2-2FF79C32D00A}"/>
              </a:ext>
            </a:extLst>
          </p:cNvPr>
          <p:cNvSpPr>
            <a:spLocks xmlns:a="http://schemas.openxmlformats.org/drawingml/2006/main" noGrp="1"/>
          </p:cNvSpPr>
          <p:nvPr/>
        </p:nvSpPr>
        <p:spPr>
          <a:xfrm xmlns:a="http://schemas.openxmlformats.org/drawingml/2006/main">
            <a:off x="13335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39A9CD96-55F2-42CF-8034-31376DDBF533}"/>
              </a:ext>
            </a:extLst>
          </p:cNvPr>
          <p:cNvSpPr>
            <a:spLocks xmlns:a="http://schemas.openxmlformats.org/drawingml/2006/main" noGrp="1"/>
          </p:cNvSpPr>
          <p:nvPr/>
        </p:nvSpPr>
        <p:spPr>
          <a:xfrm xmlns:a="http://schemas.openxmlformats.org/drawingml/2006/main">
            <a:off x="8763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44507223-A00A-4600-B498-782F8CE4A9FA}"/>
              </a:ext>
            </a:extLst>
          </p:cNvPr>
          <p:cNvSpPr>
            <a:spLocks xmlns:a="http://schemas.openxmlformats.org/drawingml/2006/main" noGrp="1"/>
          </p:cNvSpPr>
          <p:nvPr/>
        </p:nvSpPr>
        <p:spPr>
          <a:xfrm xmlns:a="http://schemas.openxmlformats.org/drawingml/2006/main">
            <a:off x="13335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Situation Report</a:t>
            </a:r>
          </a:p>
        </p:txBody>
      </p:sp>
      <p:sp>
        <p:nvSpPr>
          <p:cNvPr id="12" name="">
            <a:extLst xmlns:a="http://schemas.openxmlformats.org/drawingml/2006/main">
              <a:ext uri="{FF2B5EF4-FFF2-40B4-BE49-F238E27FC236}">
                <a16:creationId xmlns:a16="http://schemas.microsoft.com/office/drawing/2014/main" id="{35C786FB-8ED6-459E-92C5-6E1B15BB45B4}"/>
              </a:ext>
            </a:extLst>
          </p:cNvPr>
          <p:cNvSpPr>
            <a:spLocks xmlns:a="http://schemas.openxmlformats.org/drawingml/2006/main" noGrp="1"/>
          </p:cNvSpPr>
          <p:nvPr/>
        </p:nvSpPr>
        <p:spPr>
          <a:xfrm xmlns:a="http://schemas.openxmlformats.org/drawingml/2006/main">
            <a:off x="13335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90794912-B2EB-4DC8-8915-E1A8A6EB670E}"/>
              </a:ext>
            </a:extLst>
          </p:cNvPr>
          <p:cNvSpPr>
            <a:spLocks xmlns:a="http://schemas.openxmlformats.org/drawingml/2006/main" noGrp="1"/>
          </p:cNvSpPr>
          <p:nvPr/>
        </p:nvSpPr>
        <p:spPr>
          <a:xfrm xmlns:a="http://schemas.openxmlformats.org/drawingml/2006/main">
            <a:off x="8763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5364EC52-DAFE-4B8C-9A03-3A82B11E637D}"/>
              </a:ext>
            </a:extLst>
          </p:cNvPr>
          <p:cNvSpPr>
            <a:spLocks xmlns:a="http://schemas.openxmlformats.org/drawingml/2006/main" noGrp="1"/>
          </p:cNvSpPr>
          <p:nvPr/>
        </p:nvSpPr>
        <p:spPr>
          <a:xfrm xmlns:a="http://schemas.openxmlformats.org/drawingml/2006/main">
            <a:off x="13335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Current workflow</a:t>
            </a:r>
          </a:p>
        </p:txBody>
      </p:sp>
      <p:sp>
        <p:nvSpPr>
          <p:cNvPr id="15" name="">
            <a:extLst xmlns:a="http://schemas.openxmlformats.org/drawingml/2006/main">
              <a:ext uri="{FF2B5EF4-FFF2-40B4-BE49-F238E27FC236}">
                <a16:creationId xmlns:a16="http://schemas.microsoft.com/office/drawing/2014/main" id="{9BDE19E4-AECB-421C-90CC-772494C83094}"/>
              </a:ext>
            </a:extLst>
          </p:cNvPr>
          <p:cNvSpPr>
            <a:spLocks xmlns:a="http://schemas.openxmlformats.org/drawingml/2006/main" noGrp="1"/>
          </p:cNvSpPr>
          <p:nvPr/>
        </p:nvSpPr>
        <p:spPr>
          <a:xfrm xmlns:a="http://schemas.openxmlformats.org/drawingml/2006/main">
            <a:off x="13335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CEE672D4-9D61-4679-9C93-F8510548690F}"/>
              </a:ext>
            </a:extLst>
          </p:cNvPr>
          <p:cNvSpPr>
            <a:spLocks xmlns:a="http://schemas.openxmlformats.org/drawingml/2006/main" noGrp="1"/>
          </p:cNvSpPr>
          <p:nvPr/>
        </p:nvSpPr>
        <p:spPr>
          <a:xfrm xmlns:a="http://schemas.openxmlformats.org/drawingml/2006/main">
            <a:off x="8763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087FF47C-BE08-4248-8193-3199A8046484}"/>
              </a:ext>
            </a:extLst>
          </p:cNvPr>
          <p:cNvSpPr>
            <a:spLocks xmlns:a="http://schemas.openxmlformats.org/drawingml/2006/main" noGrp="1"/>
          </p:cNvSpPr>
          <p:nvPr/>
        </p:nvSpPr>
        <p:spPr>
          <a:xfrm xmlns:a="http://schemas.openxmlformats.org/drawingml/2006/main">
            <a:off x="13335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Implications of the current workflow</a:t>
            </a:r>
          </a:p>
        </p:txBody>
      </p:sp>
      <p:sp>
        <p:nvSpPr>
          <p:cNvPr id="18" name="">
            <a:extLst xmlns:a="http://schemas.openxmlformats.org/drawingml/2006/main">
              <a:ext uri="{FF2B5EF4-FFF2-40B4-BE49-F238E27FC236}">
                <a16:creationId xmlns:a16="http://schemas.microsoft.com/office/drawing/2014/main" id="{2034454F-ADD7-418A-80E4-AEB2545CE43F}"/>
              </a:ext>
            </a:extLst>
          </p:cNvPr>
          <p:cNvSpPr>
            <a:spLocks xmlns:a="http://schemas.openxmlformats.org/drawingml/2006/main" noGrp="1"/>
          </p:cNvSpPr>
          <p:nvPr/>
        </p:nvSpPr>
        <p:spPr>
          <a:xfrm xmlns:a="http://schemas.openxmlformats.org/drawingml/2006/main">
            <a:off x="13335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8E061441-A43C-4011-909D-6E8A944F19A0}"/>
              </a:ext>
            </a:extLst>
          </p:cNvPr>
          <p:cNvSpPr>
            <a:spLocks xmlns:a="http://schemas.openxmlformats.org/drawingml/2006/main" noGrp="1"/>
          </p:cNvSpPr>
          <p:nvPr/>
        </p:nvSpPr>
        <p:spPr>
          <a:xfrm xmlns:a="http://schemas.openxmlformats.org/drawingml/2006/main">
            <a:off x="8763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AD9CAE48-7ABF-42EF-97AE-CFC2ADDD10EA}"/>
              </a:ext>
            </a:extLst>
          </p:cNvPr>
          <p:cNvSpPr>
            <a:spLocks xmlns:a="http://schemas.openxmlformats.org/drawingml/2006/main" noGrp="1"/>
          </p:cNvSpPr>
          <p:nvPr/>
        </p:nvSpPr>
        <p:spPr>
          <a:xfrm xmlns:a="http://schemas.openxmlformats.org/drawingml/2006/main">
            <a:off x="13335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9962"/>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Possible solutions and why they are insufficient alone</a:t>
            </a:r>
          </a:p>
        </p:txBody>
      </p:sp>
      <p:sp>
        <p:nvSpPr>
          <p:cNvPr id="21" name="">
            <a:extLst xmlns:a="http://schemas.openxmlformats.org/drawingml/2006/main">
              <a:ext uri="{FF2B5EF4-FFF2-40B4-BE49-F238E27FC236}">
                <a16:creationId xmlns:a16="http://schemas.microsoft.com/office/drawing/2014/main" id="{E99452FF-E666-40FC-A5A2-9A3F5308B6F9}"/>
              </a:ext>
            </a:extLst>
          </p:cNvPr>
          <p:cNvSpPr>
            <a:spLocks xmlns:a="http://schemas.openxmlformats.org/drawingml/2006/main" noGrp="1"/>
          </p:cNvSpPr>
          <p:nvPr/>
        </p:nvSpPr>
        <p:spPr>
          <a:xfrm xmlns:a="http://schemas.openxmlformats.org/drawingml/2006/main">
            <a:off x="13335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C60EC2B0-B53A-4FAB-ABD2-FCCDDBCD4223}"/>
              </a:ext>
            </a:extLst>
          </p:cNvPr>
          <p:cNvSpPr>
            <a:spLocks xmlns:a="http://schemas.openxmlformats.org/drawingml/2006/main" noGrp="1"/>
          </p:cNvSpPr>
          <p:nvPr/>
        </p:nvSpPr>
        <p:spPr>
          <a:xfrm xmlns:a="http://schemas.openxmlformats.org/drawingml/2006/main">
            <a:off x="8763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5D5E1543-0E9C-48B7-802F-6DAF80308931}"/>
              </a:ext>
            </a:extLst>
          </p:cNvPr>
          <p:cNvSpPr>
            <a:spLocks xmlns:a="http://schemas.openxmlformats.org/drawingml/2006/main" noGrp="1"/>
          </p:cNvSpPr>
          <p:nvPr/>
        </p:nvSpPr>
        <p:spPr>
          <a:xfrm xmlns:a="http://schemas.openxmlformats.org/drawingml/2006/main">
            <a:off x="13335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statement</a:t>
            </a:r>
          </a:p>
        </p:txBody>
      </p:sp>
      <p:sp>
        <p:nvSpPr>
          <p:cNvPr id="24" name="">
            <a:extLst xmlns:a="http://schemas.openxmlformats.org/drawingml/2006/main">
              <a:ext uri="{FF2B5EF4-FFF2-40B4-BE49-F238E27FC236}">
                <a16:creationId xmlns:a16="http://schemas.microsoft.com/office/drawing/2014/main" id="{AD9FE749-7B2A-4287-856B-EA52916B0B34}"/>
              </a:ext>
            </a:extLst>
          </p:cNvPr>
          <p:cNvSpPr>
            <a:spLocks xmlns:a="http://schemas.openxmlformats.org/drawingml/2006/main" noGrp="1"/>
          </p:cNvSpPr>
          <p:nvPr/>
        </p:nvSpPr>
        <p:spPr>
          <a:xfrm xmlns:a="http://schemas.openxmlformats.org/drawingml/2006/main">
            <a:off x="13335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31EC4E93-8220-40E2-88D5-C6E230AC243D}"/>
              </a:ext>
            </a:extLst>
          </p:cNvPr>
          <p:cNvSpPr>
            <a:spLocks xmlns:a="http://schemas.openxmlformats.org/drawingml/2006/main" noGrp="1"/>
          </p:cNvSpPr>
          <p:nvPr/>
        </p:nvSpPr>
        <p:spPr>
          <a:xfrm xmlns:a="http://schemas.openxmlformats.org/drawingml/2006/main">
            <a:off x="8763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513EF1C6-ADA8-49D0-8F33-9083D93FAD5C}"/>
              </a:ext>
            </a:extLst>
          </p:cNvPr>
          <p:cNvSpPr>
            <a:spLocks xmlns:a="http://schemas.openxmlformats.org/drawingml/2006/main" noGrp="1"/>
          </p:cNvSpPr>
          <p:nvPr/>
        </p:nvSpPr>
        <p:spPr>
          <a:xfrm xmlns:a="http://schemas.openxmlformats.org/drawingml/2006/main">
            <a:off x="13335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Workflow gaps and mandated practice</a:t>
            </a:r>
          </a:p>
        </p:txBody>
      </p:sp>
      <p:sp>
        <p:nvSpPr>
          <p:cNvPr id="27" name="">
            <a:extLst xmlns:a="http://schemas.openxmlformats.org/drawingml/2006/main">
              <a:ext uri="{FF2B5EF4-FFF2-40B4-BE49-F238E27FC236}">
                <a16:creationId xmlns:a16="http://schemas.microsoft.com/office/drawing/2014/main" id="{843BADEC-F3A2-407E-B313-DA92322EF3BA}"/>
              </a:ext>
            </a:extLst>
          </p:cNvPr>
          <p:cNvSpPr>
            <a:spLocks xmlns:a="http://schemas.openxmlformats.org/drawingml/2006/main" noGrp="1"/>
          </p:cNvSpPr>
          <p:nvPr/>
        </p:nvSpPr>
        <p:spPr>
          <a:xfrm xmlns:a="http://schemas.openxmlformats.org/drawingml/2006/main">
            <a:off x="13335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AA26BFC9-0610-4960-BD13-94F9CCA6F989}"/>
              </a:ext>
            </a:extLst>
          </p:cNvPr>
          <p:cNvSpPr>
            <a:spLocks xmlns:a="http://schemas.openxmlformats.org/drawingml/2006/main" noGrp="1"/>
          </p:cNvSpPr>
          <p:nvPr/>
        </p:nvSpPr>
        <p:spPr>
          <a:xfrm xmlns:a="http://schemas.openxmlformats.org/drawingml/2006/main">
            <a:off x="8763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062E6A00-19B1-4E83-B08B-AD5AD920D920}"/>
              </a:ext>
            </a:extLst>
          </p:cNvPr>
          <p:cNvSpPr>
            <a:spLocks xmlns:a="http://schemas.openxmlformats.org/drawingml/2006/main" noGrp="1"/>
          </p:cNvSpPr>
          <p:nvPr/>
        </p:nvSpPr>
        <p:spPr>
          <a:xfrm xmlns:a="http://schemas.openxmlformats.org/drawingml/2006/main">
            <a:off x="13335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a:t>
            </a:r>
          </a:p>
        </p:txBody>
      </p:sp>
      <p:sp>
        <p:nvSpPr>
          <p:cNvPr id="30" name="">
            <a:extLst xmlns:a="http://schemas.openxmlformats.org/drawingml/2006/main">
              <a:ext uri="{FF2B5EF4-FFF2-40B4-BE49-F238E27FC236}">
                <a16:creationId xmlns:a16="http://schemas.microsoft.com/office/drawing/2014/main" id="{008264B1-9C53-4469-9CE3-520586CCFBC8}"/>
              </a:ext>
            </a:extLst>
          </p:cNvPr>
          <p:cNvSpPr>
            <a:spLocks xmlns:a="http://schemas.openxmlformats.org/drawingml/2006/main" noGrp="1"/>
          </p:cNvSpPr>
          <p:nvPr/>
        </p:nvSpPr>
        <p:spPr>
          <a:xfrm xmlns:a="http://schemas.openxmlformats.org/drawingml/2006/main">
            <a:off x="13335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3C2FFEC9-F046-4A68-A2AB-69FA016558E5}"/>
              </a:ext>
            </a:extLst>
          </p:cNvPr>
          <p:cNvSpPr>
            <a:spLocks xmlns:a="http://schemas.openxmlformats.org/drawingml/2006/main" noGrp="1"/>
          </p:cNvSpPr>
          <p:nvPr/>
        </p:nvSpPr>
        <p:spPr>
          <a:xfrm xmlns:a="http://schemas.openxmlformats.org/drawingml/2006/main">
            <a:off x="8763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232050ED-44FE-4E40-B421-E1375CD42728}"/>
              </a:ext>
            </a:extLst>
          </p:cNvPr>
          <p:cNvSpPr>
            <a:spLocks xmlns:a="http://schemas.openxmlformats.org/drawingml/2006/main" noGrp="1"/>
          </p:cNvSpPr>
          <p:nvPr/>
        </p:nvSpPr>
        <p:spPr>
          <a:xfrm xmlns:a="http://schemas.openxmlformats.org/drawingml/2006/main">
            <a:off x="13335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objectives</a:t>
            </a:r>
          </a:p>
        </p:txBody>
      </p:sp>
      <p:sp>
        <p:nvSpPr>
          <p:cNvPr id="33" name="">
            <a:extLst xmlns:a="http://schemas.openxmlformats.org/drawingml/2006/main">
              <a:ext uri="{FF2B5EF4-FFF2-40B4-BE49-F238E27FC236}">
                <a16:creationId xmlns:a16="http://schemas.microsoft.com/office/drawing/2014/main" id="{0BD67A0B-CA16-4726-8193-CE844D375FF7}"/>
              </a:ext>
            </a:extLst>
          </p:cNvPr>
          <p:cNvSpPr>
            <a:spLocks xmlns:a="http://schemas.openxmlformats.org/drawingml/2006/main" noGrp="1"/>
          </p:cNvSpPr>
          <p:nvPr/>
        </p:nvSpPr>
        <p:spPr>
          <a:xfrm xmlns:a="http://schemas.openxmlformats.org/drawingml/2006/main">
            <a:off x="443865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10</a:t>
            </a:r>
          </a:p>
        </p:txBody>
      </p:sp>
      <p:sp>
        <p:nvSpPr>
          <p:cNvPr id="34" name="">
            <a:extLst xmlns:a="http://schemas.openxmlformats.org/drawingml/2006/main">
              <a:ext uri="{FF2B5EF4-FFF2-40B4-BE49-F238E27FC236}">
                <a16:creationId xmlns:a16="http://schemas.microsoft.com/office/drawing/2014/main" id="{9796DD35-5E97-4964-941C-8F87EE8458A6}"/>
              </a:ext>
            </a:extLst>
          </p:cNvPr>
          <p:cNvSpPr>
            <a:spLocks xmlns:a="http://schemas.openxmlformats.org/drawingml/2006/main" noGrp="1"/>
          </p:cNvSpPr>
          <p:nvPr/>
        </p:nvSpPr>
        <p:spPr>
          <a:xfrm xmlns:a="http://schemas.openxmlformats.org/drawingml/2006/main">
            <a:off x="489585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flowchart</a:t>
            </a:r>
          </a:p>
        </p:txBody>
      </p:sp>
      <p:sp>
        <p:nvSpPr>
          <p:cNvPr id="35" name="">
            <a:extLst xmlns:a="http://schemas.openxmlformats.org/drawingml/2006/main">
              <a:ext uri="{FF2B5EF4-FFF2-40B4-BE49-F238E27FC236}">
                <a16:creationId xmlns:a16="http://schemas.microsoft.com/office/drawing/2014/main" id="{A66BD3F9-3EA9-4D6C-A3BB-A12D4B31AFDE}"/>
              </a:ext>
            </a:extLst>
          </p:cNvPr>
          <p:cNvSpPr>
            <a:spLocks xmlns:a="http://schemas.openxmlformats.org/drawingml/2006/main" noGrp="1"/>
          </p:cNvSpPr>
          <p:nvPr/>
        </p:nvSpPr>
        <p:spPr>
          <a:xfrm xmlns:a="http://schemas.openxmlformats.org/drawingml/2006/main">
            <a:off x="489585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6" name="">
            <a:extLst xmlns:a="http://schemas.openxmlformats.org/drawingml/2006/main">
              <a:ext uri="{FF2B5EF4-FFF2-40B4-BE49-F238E27FC236}">
                <a16:creationId xmlns:a16="http://schemas.microsoft.com/office/drawing/2014/main" id="{CEE1AFBE-9BD3-4090-B715-8643EB45F7AD}"/>
              </a:ext>
            </a:extLst>
          </p:cNvPr>
          <p:cNvSpPr>
            <a:spLocks xmlns:a="http://schemas.openxmlformats.org/drawingml/2006/main" noGrp="1"/>
          </p:cNvSpPr>
          <p:nvPr/>
        </p:nvSpPr>
        <p:spPr>
          <a:xfrm xmlns:a="http://schemas.openxmlformats.org/drawingml/2006/main">
            <a:off x="443865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C231B5DE-84F4-4766-86BA-D4E822129600}"/>
              </a:ext>
            </a:extLst>
          </p:cNvPr>
          <p:cNvSpPr>
            <a:spLocks xmlns:a="http://schemas.openxmlformats.org/drawingml/2006/main" noGrp="1"/>
          </p:cNvSpPr>
          <p:nvPr/>
        </p:nvSpPr>
        <p:spPr>
          <a:xfrm xmlns:a="http://schemas.openxmlformats.org/drawingml/2006/main">
            <a:off x="489585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modules overview</a:t>
            </a:r>
          </a:p>
        </p:txBody>
      </p:sp>
      <p:sp>
        <p:nvSpPr>
          <p:cNvPr id="38" name="">
            <a:extLst xmlns:a="http://schemas.openxmlformats.org/drawingml/2006/main">
              <a:ext uri="{FF2B5EF4-FFF2-40B4-BE49-F238E27FC236}">
                <a16:creationId xmlns:a16="http://schemas.microsoft.com/office/drawing/2014/main" id="{08ED713F-F3C4-4D75-AA0F-993567E9A08C}"/>
              </a:ext>
            </a:extLst>
          </p:cNvPr>
          <p:cNvSpPr>
            <a:spLocks xmlns:a="http://schemas.openxmlformats.org/drawingml/2006/main" noGrp="1"/>
          </p:cNvSpPr>
          <p:nvPr/>
        </p:nvSpPr>
        <p:spPr>
          <a:xfrm xmlns:a="http://schemas.openxmlformats.org/drawingml/2006/main">
            <a:off x="489585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33EF5E35-48BA-42AE-9B2E-42BDD7384129}"/>
              </a:ext>
            </a:extLst>
          </p:cNvPr>
          <p:cNvSpPr>
            <a:spLocks xmlns:a="http://schemas.openxmlformats.org/drawingml/2006/main" noGrp="1"/>
          </p:cNvSpPr>
          <p:nvPr/>
        </p:nvSpPr>
        <p:spPr>
          <a:xfrm xmlns:a="http://schemas.openxmlformats.org/drawingml/2006/main">
            <a:off x="443865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11B6CA9F-A040-4800-A237-36E389C7BA43}"/>
              </a:ext>
            </a:extLst>
          </p:cNvPr>
          <p:cNvSpPr>
            <a:spLocks xmlns:a="http://schemas.openxmlformats.org/drawingml/2006/main" noGrp="1"/>
          </p:cNvSpPr>
          <p:nvPr/>
        </p:nvSpPr>
        <p:spPr>
          <a:xfrm xmlns:a="http://schemas.openxmlformats.org/drawingml/2006/main">
            <a:off x="489585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Existing systems</a:t>
            </a:r>
          </a:p>
        </p:txBody>
      </p:sp>
      <p:sp>
        <p:nvSpPr>
          <p:cNvPr id="41" name="">
            <a:extLst xmlns:a="http://schemas.openxmlformats.org/drawingml/2006/main">
              <a:ext uri="{FF2B5EF4-FFF2-40B4-BE49-F238E27FC236}">
                <a16:creationId xmlns:a16="http://schemas.microsoft.com/office/drawing/2014/main" id="{7C9928DF-2F6E-4A3F-9C55-A924FBC33BC8}"/>
              </a:ext>
            </a:extLst>
          </p:cNvPr>
          <p:cNvSpPr>
            <a:spLocks xmlns:a="http://schemas.openxmlformats.org/drawingml/2006/main" noGrp="1"/>
          </p:cNvSpPr>
          <p:nvPr/>
        </p:nvSpPr>
        <p:spPr>
          <a:xfrm xmlns:a="http://schemas.openxmlformats.org/drawingml/2006/main">
            <a:off x="489585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E3A6CF9C-5139-429F-9492-374E87CAA425}"/>
              </a:ext>
            </a:extLst>
          </p:cNvPr>
          <p:cNvSpPr>
            <a:spLocks xmlns:a="http://schemas.openxmlformats.org/drawingml/2006/main" noGrp="1"/>
          </p:cNvSpPr>
          <p:nvPr/>
        </p:nvSpPr>
        <p:spPr>
          <a:xfrm xmlns:a="http://schemas.openxmlformats.org/drawingml/2006/main">
            <a:off x="443865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2E196F85-7EDB-4D96-85DC-0C1276FE4C86}"/>
              </a:ext>
            </a:extLst>
          </p:cNvPr>
          <p:cNvSpPr>
            <a:spLocks xmlns:a="http://schemas.openxmlformats.org/drawingml/2006/main" noGrp="1"/>
          </p:cNvSpPr>
          <p:nvPr/>
        </p:nvSpPr>
        <p:spPr>
          <a:xfrm xmlns:a="http://schemas.openxmlformats.org/drawingml/2006/main">
            <a:off x="489585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objectives, and methods</a:t>
            </a:r>
          </a:p>
        </p:txBody>
      </p:sp>
      <p:sp>
        <p:nvSpPr>
          <p:cNvPr id="44" name="">
            <a:extLst xmlns:a="http://schemas.openxmlformats.org/drawingml/2006/main">
              <a:ext uri="{FF2B5EF4-FFF2-40B4-BE49-F238E27FC236}">
                <a16:creationId xmlns:a16="http://schemas.microsoft.com/office/drawing/2014/main" id="{BE07D342-6ED8-450C-ADCD-63401E32A64C}"/>
              </a:ext>
            </a:extLst>
          </p:cNvPr>
          <p:cNvSpPr>
            <a:spLocks xmlns:a="http://schemas.openxmlformats.org/drawingml/2006/main" noGrp="1"/>
          </p:cNvSpPr>
          <p:nvPr/>
        </p:nvSpPr>
        <p:spPr>
          <a:xfrm xmlns:a="http://schemas.openxmlformats.org/drawingml/2006/main">
            <a:off x="489585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8A1F9424-E1C6-4F8E-B548-EA62A2FD5E4B}"/>
              </a:ext>
            </a:extLst>
          </p:cNvPr>
          <p:cNvSpPr>
            <a:spLocks xmlns:a="http://schemas.openxmlformats.org/drawingml/2006/main" noGrp="1"/>
          </p:cNvSpPr>
          <p:nvPr/>
        </p:nvSpPr>
        <p:spPr>
          <a:xfrm xmlns:a="http://schemas.openxmlformats.org/drawingml/2006/main">
            <a:off x="443865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2E74555D-5DA8-4A6C-BC80-5DFEBA39121A}"/>
              </a:ext>
            </a:extLst>
          </p:cNvPr>
          <p:cNvSpPr>
            <a:spLocks xmlns:a="http://schemas.openxmlformats.org/drawingml/2006/main" noGrp="1"/>
          </p:cNvSpPr>
          <p:nvPr/>
        </p:nvSpPr>
        <p:spPr>
          <a:xfrm xmlns:a="http://schemas.openxmlformats.org/drawingml/2006/main">
            <a:off x="489585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Users and characteristics</a:t>
            </a:r>
          </a:p>
        </p:txBody>
      </p:sp>
      <p:sp>
        <p:nvSpPr>
          <p:cNvPr id="47" name="">
            <a:extLst xmlns:a="http://schemas.openxmlformats.org/drawingml/2006/main">
              <a:ext uri="{FF2B5EF4-FFF2-40B4-BE49-F238E27FC236}">
                <a16:creationId xmlns:a16="http://schemas.microsoft.com/office/drawing/2014/main" id="{941349C9-AF92-424D-B67A-A634FD75489C}"/>
              </a:ext>
            </a:extLst>
          </p:cNvPr>
          <p:cNvSpPr>
            <a:spLocks xmlns:a="http://schemas.openxmlformats.org/drawingml/2006/main" noGrp="1"/>
          </p:cNvSpPr>
          <p:nvPr/>
        </p:nvSpPr>
        <p:spPr>
          <a:xfrm xmlns:a="http://schemas.openxmlformats.org/drawingml/2006/main">
            <a:off x="489585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C594F148-E4F7-40D6-927A-8A9E0B27260A}"/>
              </a:ext>
            </a:extLst>
          </p:cNvPr>
          <p:cNvSpPr>
            <a:spLocks xmlns:a="http://schemas.openxmlformats.org/drawingml/2006/main" noGrp="1"/>
          </p:cNvSpPr>
          <p:nvPr/>
        </p:nvSpPr>
        <p:spPr>
          <a:xfrm xmlns:a="http://schemas.openxmlformats.org/drawingml/2006/main">
            <a:off x="443865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12B17105-7F68-4711-BA66-2089222A2514}"/>
              </a:ext>
            </a:extLst>
          </p:cNvPr>
          <p:cNvSpPr>
            <a:spLocks xmlns:a="http://schemas.openxmlformats.org/drawingml/2006/main" noGrp="1"/>
          </p:cNvSpPr>
          <p:nvPr/>
        </p:nvSpPr>
        <p:spPr>
          <a:xfrm xmlns:a="http://schemas.openxmlformats.org/drawingml/2006/main">
            <a:off x="489585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Scope and limitations</a:t>
            </a:r>
          </a:p>
        </p:txBody>
      </p:sp>
      <p:sp>
        <p:nvSpPr>
          <p:cNvPr id="50" name="">
            <a:extLst xmlns:a="http://schemas.openxmlformats.org/drawingml/2006/main">
              <a:ext uri="{FF2B5EF4-FFF2-40B4-BE49-F238E27FC236}">
                <a16:creationId xmlns:a16="http://schemas.microsoft.com/office/drawing/2014/main" id="{0F320DAB-DE78-4CA5-BBC4-73B713A26F69}"/>
              </a:ext>
            </a:extLst>
          </p:cNvPr>
          <p:cNvSpPr>
            <a:spLocks xmlns:a="http://schemas.openxmlformats.org/drawingml/2006/main" noGrp="1"/>
          </p:cNvSpPr>
          <p:nvPr/>
        </p:nvSpPr>
        <p:spPr>
          <a:xfrm xmlns:a="http://schemas.openxmlformats.org/drawingml/2006/main">
            <a:off x="489585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344B2743-0E81-49F6-B602-3675FD46864F}"/>
              </a:ext>
            </a:extLst>
          </p:cNvPr>
          <p:cNvSpPr>
            <a:spLocks xmlns:a="http://schemas.openxmlformats.org/drawingml/2006/main" noGrp="1"/>
          </p:cNvSpPr>
          <p:nvPr/>
        </p:nvSpPr>
        <p:spPr>
          <a:xfrm xmlns:a="http://schemas.openxmlformats.org/drawingml/2006/main">
            <a:off x="443865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AC84DF9C-1707-453C-AA3C-98176F16C7DF}"/>
              </a:ext>
            </a:extLst>
          </p:cNvPr>
          <p:cNvSpPr>
            <a:spLocks xmlns:a="http://schemas.openxmlformats.org/drawingml/2006/main" noGrp="1"/>
          </p:cNvSpPr>
          <p:nvPr/>
        </p:nvSpPr>
        <p:spPr>
          <a:xfrm xmlns:a="http://schemas.openxmlformats.org/drawingml/2006/main">
            <a:off x="489585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Architectural design</a:t>
            </a:r>
          </a:p>
        </p:txBody>
      </p:sp>
      <p:sp>
        <p:nvSpPr>
          <p:cNvPr id="53" name="">
            <a:extLst xmlns:a="http://schemas.openxmlformats.org/drawingml/2006/main">
              <a:ext uri="{FF2B5EF4-FFF2-40B4-BE49-F238E27FC236}">
                <a16:creationId xmlns:a16="http://schemas.microsoft.com/office/drawing/2014/main" id="{6B8D4B77-E87A-4C6C-8486-F26449D76246}"/>
              </a:ext>
            </a:extLst>
          </p:cNvPr>
          <p:cNvSpPr>
            <a:spLocks xmlns:a="http://schemas.openxmlformats.org/drawingml/2006/main" noGrp="1"/>
          </p:cNvSpPr>
          <p:nvPr/>
        </p:nvSpPr>
        <p:spPr>
          <a:xfrm xmlns:a="http://schemas.openxmlformats.org/drawingml/2006/main">
            <a:off x="489585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FE814632-53B0-457E-AC3A-DD97E747D006}"/>
              </a:ext>
            </a:extLst>
          </p:cNvPr>
          <p:cNvSpPr>
            <a:spLocks xmlns:a="http://schemas.openxmlformats.org/drawingml/2006/main" noGrp="1"/>
          </p:cNvSpPr>
          <p:nvPr/>
        </p:nvSpPr>
        <p:spPr>
          <a:xfrm xmlns:a="http://schemas.openxmlformats.org/drawingml/2006/main">
            <a:off x="443865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ABAE941F-9744-4540-842E-9ADB02C0C2FC}"/>
              </a:ext>
            </a:extLst>
          </p:cNvPr>
          <p:cNvSpPr>
            <a:spLocks xmlns:a="http://schemas.openxmlformats.org/drawingml/2006/main" noGrp="1"/>
          </p:cNvSpPr>
          <p:nvPr/>
        </p:nvSpPr>
        <p:spPr>
          <a:xfrm xmlns:a="http://schemas.openxmlformats.org/drawingml/2006/main">
            <a:off x="489585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Detailed modules: how and why</a:t>
            </a:r>
          </a:p>
        </p:txBody>
      </p:sp>
      <p:sp>
        <p:nvSpPr>
          <p:cNvPr id="56" name="">
            <a:extLst xmlns:a="http://schemas.openxmlformats.org/drawingml/2006/main">
              <a:ext uri="{FF2B5EF4-FFF2-40B4-BE49-F238E27FC236}">
                <a16:creationId xmlns:a16="http://schemas.microsoft.com/office/drawing/2014/main" id="{30F182C2-92CD-4601-840E-4164E489848A}"/>
              </a:ext>
            </a:extLst>
          </p:cNvPr>
          <p:cNvSpPr>
            <a:spLocks xmlns:a="http://schemas.openxmlformats.org/drawingml/2006/main" noGrp="1"/>
          </p:cNvSpPr>
          <p:nvPr/>
        </p:nvSpPr>
        <p:spPr>
          <a:xfrm xmlns:a="http://schemas.openxmlformats.org/drawingml/2006/main">
            <a:off x="489585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882F3DDE-1F54-4FF3-86FD-8843D7C938D8}"/>
              </a:ext>
            </a:extLst>
          </p:cNvPr>
          <p:cNvSpPr>
            <a:spLocks xmlns:a="http://schemas.openxmlformats.org/drawingml/2006/main" noGrp="1"/>
          </p:cNvSpPr>
          <p:nvPr/>
        </p:nvSpPr>
        <p:spPr>
          <a:xfrm xmlns:a="http://schemas.openxmlformats.org/drawingml/2006/main">
            <a:off x="443865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FD1293E2-FF03-4324-9572-E6A08410BD64}"/>
              </a:ext>
            </a:extLst>
          </p:cNvPr>
          <p:cNvSpPr>
            <a:spLocks xmlns:a="http://schemas.openxmlformats.org/drawingml/2006/main" noGrp="1"/>
          </p:cNvSpPr>
          <p:nvPr/>
        </p:nvSpPr>
        <p:spPr>
          <a:xfrm xmlns:a="http://schemas.openxmlformats.org/drawingml/2006/main">
            <a:off x="489585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Data Flow Diagram</a:t>
            </a:r>
          </a:p>
        </p:txBody>
      </p:sp>
      <p:sp>
        <p:nvSpPr>
          <p:cNvPr id="59" name="">
            <a:extLst xmlns:a="http://schemas.openxmlformats.org/drawingml/2006/main">
              <a:ext uri="{FF2B5EF4-FFF2-40B4-BE49-F238E27FC236}">
                <a16:creationId xmlns:a16="http://schemas.microsoft.com/office/drawing/2014/main" id="{69BFC640-E689-4BBD-8408-E22DA25BE864}"/>
              </a:ext>
            </a:extLst>
          </p:cNvPr>
          <p:cNvSpPr>
            <a:spLocks xmlns:a="http://schemas.openxmlformats.org/drawingml/2006/main" noGrp="1"/>
          </p:cNvSpPr>
          <p:nvPr/>
        </p:nvSpPr>
        <p:spPr>
          <a:xfrm xmlns:a="http://schemas.openxmlformats.org/drawingml/2006/main">
            <a:off x="80010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19</a:t>
            </a:r>
          </a:p>
        </p:txBody>
      </p:sp>
      <p:sp>
        <p:nvSpPr>
          <p:cNvPr id="60" name="">
            <a:extLst xmlns:a="http://schemas.openxmlformats.org/drawingml/2006/main">
              <a:ext uri="{FF2B5EF4-FFF2-40B4-BE49-F238E27FC236}">
                <a16:creationId xmlns:a16="http://schemas.microsoft.com/office/drawing/2014/main" id="{0AF7F13B-E06F-4D51-ABE9-BA78106851F9}"/>
              </a:ext>
            </a:extLst>
          </p:cNvPr>
          <p:cNvSpPr>
            <a:spLocks xmlns:a="http://schemas.openxmlformats.org/drawingml/2006/main" noGrp="1"/>
          </p:cNvSpPr>
          <p:nvPr/>
        </p:nvSpPr>
        <p:spPr>
          <a:xfrm xmlns:a="http://schemas.openxmlformats.org/drawingml/2006/main">
            <a:off x="84582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Entity Relationship Diagram</a:t>
            </a:r>
          </a:p>
        </p:txBody>
      </p:sp>
      <p:sp>
        <p:nvSpPr>
          <p:cNvPr id="61" name="">
            <a:extLst xmlns:a="http://schemas.openxmlformats.org/drawingml/2006/main">
              <a:ext uri="{FF2B5EF4-FFF2-40B4-BE49-F238E27FC236}">
                <a16:creationId xmlns:a16="http://schemas.microsoft.com/office/drawing/2014/main" id="{B9AF6C4B-27D5-4CE8-830F-4AE3CBA54AE9}"/>
              </a:ext>
            </a:extLst>
          </p:cNvPr>
          <p:cNvSpPr>
            <a:spLocks xmlns:a="http://schemas.openxmlformats.org/drawingml/2006/main" noGrp="1"/>
          </p:cNvSpPr>
          <p:nvPr/>
        </p:nvSpPr>
        <p:spPr>
          <a:xfrm xmlns:a="http://schemas.openxmlformats.org/drawingml/2006/main">
            <a:off x="84582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2" name="">
            <a:extLst xmlns:a="http://schemas.openxmlformats.org/drawingml/2006/main">
              <a:ext uri="{FF2B5EF4-FFF2-40B4-BE49-F238E27FC236}">
                <a16:creationId xmlns:a16="http://schemas.microsoft.com/office/drawing/2014/main" id="{29780C85-B0F3-40E6-99AA-E8AC80B88892}"/>
              </a:ext>
            </a:extLst>
          </p:cNvPr>
          <p:cNvSpPr>
            <a:spLocks xmlns:a="http://schemas.openxmlformats.org/drawingml/2006/main" noGrp="1"/>
          </p:cNvSpPr>
          <p:nvPr/>
        </p:nvSpPr>
        <p:spPr>
          <a:xfrm xmlns:a="http://schemas.openxmlformats.org/drawingml/2006/main">
            <a:off x="80010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AB1797FA-7114-4C4E-AB57-DB36CF89460C}"/>
              </a:ext>
            </a:extLst>
          </p:cNvPr>
          <p:cNvSpPr>
            <a:spLocks xmlns:a="http://schemas.openxmlformats.org/drawingml/2006/main" noGrp="1"/>
          </p:cNvSpPr>
          <p:nvPr/>
        </p:nvSpPr>
        <p:spPr>
          <a:xfrm xmlns:a="http://schemas.openxmlformats.org/drawingml/2006/main">
            <a:off x="84582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Relational Data Model</a:t>
            </a:r>
          </a:p>
        </p:txBody>
      </p:sp>
      <p:sp>
        <p:nvSpPr>
          <p:cNvPr id="64" name="">
            <a:extLst xmlns:a="http://schemas.openxmlformats.org/drawingml/2006/main">
              <a:ext uri="{FF2B5EF4-FFF2-40B4-BE49-F238E27FC236}">
                <a16:creationId xmlns:a16="http://schemas.microsoft.com/office/drawing/2014/main" id="{8BB7433A-273F-4617-95F5-F108556DBCBC}"/>
              </a:ext>
            </a:extLst>
          </p:cNvPr>
          <p:cNvSpPr>
            <a:spLocks xmlns:a="http://schemas.openxmlformats.org/drawingml/2006/main" noGrp="1"/>
          </p:cNvSpPr>
          <p:nvPr/>
        </p:nvSpPr>
        <p:spPr>
          <a:xfrm xmlns:a="http://schemas.openxmlformats.org/drawingml/2006/main">
            <a:off x="84582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45431AF2-A614-43A5-8F83-B00E9965D55A}"/>
              </a:ext>
            </a:extLst>
          </p:cNvPr>
          <p:cNvSpPr>
            <a:spLocks xmlns:a="http://schemas.openxmlformats.org/drawingml/2006/main" noGrp="1"/>
          </p:cNvSpPr>
          <p:nvPr/>
        </p:nvSpPr>
        <p:spPr>
          <a:xfrm xmlns:a="http://schemas.openxmlformats.org/drawingml/2006/main">
            <a:off x="80010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EA1310E2-BEF5-41F0-868C-E7AF62AB9071}"/>
              </a:ext>
            </a:extLst>
          </p:cNvPr>
          <p:cNvSpPr>
            <a:spLocks xmlns:a="http://schemas.openxmlformats.org/drawingml/2006/main" noGrp="1"/>
          </p:cNvSpPr>
          <p:nvPr/>
        </p:nvSpPr>
        <p:spPr>
          <a:xfrm xmlns:a="http://schemas.openxmlformats.org/drawingml/2006/main">
            <a:off x="84582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Purok user flow</a:t>
            </a:r>
          </a:p>
        </p:txBody>
      </p:sp>
      <p:sp>
        <p:nvSpPr>
          <p:cNvPr id="67" name="">
            <a:extLst xmlns:a="http://schemas.openxmlformats.org/drawingml/2006/main">
              <a:ext uri="{FF2B5EF4-FFF2-40B4-BE49-F238E27FC236}">
                <a16:creationId xmlns:a16="http://schemas.microsoft.com/office/drawing/2014/main" id="{FDCC408D-F3EC-4C1E-801F-A036BF2F88C6}"/>
              </a:ext>
            </a:extLst>
          </p:cNvPr>
          <p:cNvSpPr>
            <a:spLocks xmlns:a="http://schemas.openxmlformats.org/drawingml/2006/main" noGrp="1"/>
          </p:cNvSpPr>
          <p:nvPr/>
        </p:nvSpPr>
        <p:spPr>
          <a:xfrm xmlns:a="http://schemas.openxmlformats.org/drawingml/2006/main">
            <a:off x="84582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6ECCADB1-8EED-4A48-975C-1B1BFF7D4FB5}"/>
              </a:ext>
            </a:extLst>
          </p:cNvPr>
          <p:cNvSpPr>
            <a:spLocks xmlns:a="http://schemas.openxmlformats.org/drawingml/2006/main" noGrp="1"/>
          </p:cNvSpPr>
          <p:nvPr/>
        </p:nvSpPr>
        <p:spPr>
          <a:xfrm xmlns:a="http://schemas.openxmlformats.org/drawingml/2006/main">
            <a:off x="80010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439F7317-AF24-4944-8371-326E1963EDFF}"/>
              </a:ext>
            </a:extLst>
          </p:cNvPr>
          <p:cNvSpPr>
            <a:spLocks xmlns:a="http://schemas.openxmlformats.org/drawingml/2006/main" noGrp="1"/>
          </p:cNvSpPr>
          <p:nvPr/>
        </p:nvSpPr>
        <p:spPr>
          <a:xfrm xmlns:a="http://schemas.openxmlformats.org/drawingml/2006/main">
            <a:off x="84582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Barangay user flow</a:t>
            </a:r>
          </a:p>
        </p:txBody>
      </p:sp>
      <p:sp>
        <p:nvSpPr>
          <p:cNvPr id="70" name="">
            <a:extLst xmlns:a="http://schemas.openxmlformats.org/drawingml/2006/main">
              <a:ext uri="{FF2B5EF4-FFF2-40B4-BE49-F238E27FC236}">
                <a16:creationId xmlns:a16="http://schemas.microsoft.com/office/drawing/2014/main" id="{1E7AC9DC-AE8B-4818-894D-19D4F39433C0}"/>
              </a:ext>
            </a:extLst>
          </p:cNvPr>
          <p:cNvSpPr>
            <a:spLocks xmlns:a="http://schemas.openxmlformats.org/drawingml/2006/main" noGrp="1"/>
          </p:cNvSpPr>
          <p:nvPr/>
        </p:nvSpPr>
        <p:spPr>
          <a:xfrm xmlns:a="http://schemas.openxmlformats.org/drawingml/2006/main">
            <a:off x="84582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D62089EB-83D7-4F12-8871-93C40E437EE5}"/>
              </a:ext>
            </a:extLst>
          </p:cNvPr>
          <p:cNvSpPr>
            <a:spLocks xmlns:a="http://schemas.openxmlformats.org/drawingml/2006/main" noGrp="1"/>
          </p:cNvSpPr>
          <p:nvPr/>
        </p:nvSpPr>
        <p:spPr>
          <a:xfrm xmlns:a="http://schemas.openxmlformats.org/drawingml/2006/main">
            <a:off x="80010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386BA4B5-FCAD-4461-BC56-A22FD81C33D3}"/>
              </a:ext>
            </a:extLst>
          </p:cNvPr>
          <p:cNvSpPr>
            <a:spLocks xmlns:a="http://schemas.openxmlformats.org/drawingml/2006/main" noGrp="1"/>
          </p:cNvSpPr>
          <p:nvPr/>
        </p:nvSpPr>
        <p:spPr>
          <a:xfrm xmlns:a="http://schemas.openxmlformats.org/drawingml/2006/main">
            <a:off x="84582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DRRM Administrator user flow</a:t>
            </a:r>
          </a:p>
        </p:txBody>
      </p:sp>
      <p:sp>
        <p:nvSpPr>
          <p:cNvPr id="73" name="">
            <a:extLst xmlns:a="http://schemas.openxmlformats.org/drawingml/2006/main">
              <a:ext uri="{FF2B5EF4-FFF2-40B4-BE49-F238E27FC236}">
                <a16:creationId xmlns:a16="http://schemas.microsoft.com/office/drawing/2014/main" id="{B6F3DD8B-FB1C-435C-AB56-161A99543BFA}"/>
              </a:ext>
            </a:extLst>
          </p:cNvPr>
          <p:cNvSpPr>
            <a:spLocks xmlns:a="http://schemas.openxmlformats.org/drawingml/2006/main" noGrp="1"/>
          </p:cNvSpPr>
          <p:nvPr/>
        </p:nvSpPr>
        <p:spPr>
          <a:xfrm xmlns:a="http://schemas.openxmlformats.org/drawingml/2006/main">
            <a:off x="84582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CB133DEF-184B-4D1D-992D-0BE2752519C6}"/>
              </a:ext>
            </a:extLst>
          </p:cNvPr>
          <p:cNvSpPr>
            <a:spLocks xmlns:a="http://schemas.openxmlformats.org/drawingml/2006/main" noGrp="1"/>
          </p:cNvSpPr>
          <p:nvPr/>
        </p:nvSpPr>
        <p:spPr>
          <a:xfrm xmlns:a="http://schemas.openxmlformats.org/drawingml/2006/main">
            <a:off x="80010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8DA711B9-9D83-4707-AA0B-7664F9B83B85}"/>
              </a:ext>
            </a:extLst>
          </p:cNvPr>
          <p:cNvSpPr>
            <a:spLocks xmlns:a="http://schemas.openxmlformats.org/drawingml/2006/main" noGrp="1"/>
          </p:cNvSpPr>
          <p:nvPr/>
        </p:nvSpPr>
        <p:spPr>
          <a:xfrm xmlns:a="http://schemas.openxmlformats.org/drawingml/2006/main">
            <a:off x="84582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Development plan</a:t>
            </a:r>
          </a:p>
        </p:txBody>
      </p:sp>
      <p:sp>
        <p:nvSpPr>
          <p:cNvPr id="76" name="">
            <a:extLst xmlns:a="http://schemas.openxmlformats.org/drawingml/2006/main">
              <a:ext uri="{FF2B5EF4-FFF2-40B4-BE49-F238E27FC236}">
                <a16:creationId xmlns:a16="http://schemas.microsoft.com/office/drawing/2014/main" id="{8C5BD95B-C060-4423-8664-BE7943F7A164}"/>
              </a:ext>
            </a:extLst>
          </p:cNvPr>
          <p:cNvSpPr>
            <a:spLocks xmlns:a="http://schemas.openxmlformats.org/drawingml/2006/main" noGrp="1"/>
          </p:cNvSpPr>
          <p:nvPr/>
        </p:nvSpPr>
        <p:spPr>
          <a:xfrm xmlns:a="http://schemas.openxmlformats.org/drawingml/2006/main">
            <a:off x="84582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F0E5E374-A017-4A54-A443-79BFA185A473}"/>
              </a:ext>
            </a:extLst>
          </p:cNvPr>
          <p:cNvSpPr>
            <a:spLocks xmlns:a="http://schemas.openxmlformats.org/drawingml/2006/main" noGrp="1"/>
          </p:cNvSpPr>
          <p:nvPr/>
        </p:nvSpPr>
        <p:spPr>
          <a:xfrm xmlns:a="http://schemas.openxmlformats.org/drawingml/2006/main">
            <a:off x="80010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A3D84045-54F1-4D7E-A469-F41E44394050}"/>
              </a:ext>
            </a:extLst>
          </p:cNvPr>
          <p:cNvSpPr>
            <a:spLocks xmlns:a="http://schemas.openxmlformats.org/drawingml/2006/main" noGrp="1"/>
          </p:cNvSpPr>
          <p:nvPr/>
        </p:nvSpPr>
        <p:spPr>
          <a:xfrm xmlns:a="http://schemas.openxmlformats.org/drawingml/2006/main">
            <a:off x="84582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Technicalities: stack, testing, and AI use</a:t>
            </a:r>
          </a:p>
        </p:txBody>
      </p:sp>
      <p:sp>
        <p:nvSpPr>
          <p:cNvPr id="79" name="">
            <a:extLst xmlns:a="http://schemas.openxmlformats.org/drawingml/2006/main">
              <a:ext uri="{FF2B5EF4-FFF2-40B4-BE49-F238E27FC236}">
                <a16:creationId xmlns:a16="http://schemas.microsoft.com/office/drawing/2014/main" id="{7764A5E4-82C7-4643-902A-896AAF425C49}"/>
              </a:ext>
            </a:extLst>
          </p:cNvPr>
          <p:cNvSpPr>
            <a:spLocks xmlns:a="http://schemas.openxmlformats.org/drawingml/2006/main" noGrp="1"/>
          </p:cNvSpPr>
          <p:nvPr/>
        </p:nvSpPr>
        <p:spPr>
          <a:xfrm xmlns:a="http://schemas.openxmlformats.org/drawingml/2006/main">
            <a:off x="84582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6A77FE7B-2D1C-4742-8538-CB8482C35549}"/>
              </a:ext>
            </a:extLst>
          </p:cNvPr>
          <p:cNvSpPr>
            <a:spLocks xmlns:a="http://schemas.openxmlformats.org/drawingml/2006/main" noGrp="1"/>
          </p:cNvSpPr>
          <p:nvPr/>
        </p:nvSpPr>
        <p:spPr>
          <a:xfrm xmlns:a="http://schemas.openxmlformats.org/drawingml/2006/main">
            <a:off x="80010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5CDC3A23-2A06-4984-810D-F135E7C5A622}"/>
              </a:ext>
            </a:extLst>
          </p:cNvPr>
          <p:cNvSpPr>
            <a:spLocks xmlns:a="http://schemas.openxmlformats.org/drawingml/2006/main" noGrp="1"/>
          </p:cNvSpPr>
          <p:nvPr/>
        </p:nvSpPr>
        <p:spPr>
          <a:xfrm xmlns:a="http://schemas.openxmlformats.org/drawingml/2006/main">
            <a:off x="84582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Significance of the project</a:t>
            </a:r>
          </a:p>
        </p:txBody>
      </p:sp>
      <p:sp>
        <p:nvSpPr>
          <p:cNvPr id="82" name="">
            <a:extLst xmlns:a="http://schemas.openxmlformats.org/drawingml/2006/main">
              <a:ext uri="{FF2B5EF4-FFF2-40B4-BE49-F238E27FC236}">
                <a16:creationId xmlns:a16="http://schemas.microsoft.com/office/drawing/2014/main" id="{DA1C057F-A999-4314-8049-FB96D269F943}"/>
              </a:ext>
            </a:extLst>
          </p:cNvPr>
          <p:cNvSpPr>
            <a:spLocks xmlns:a="http://schemas.openxmlformats.org/drawingml/2006/main" noGrp="1"/>
          </p:cNvSpPr>
          <p:nvPr/>
        </p:nvSpPr>
        <p:spPr>
          <a:xfrm xmlns:a="http://schemas.openxmlformats.org/drawingml/2006/main">
            <a:off x="84582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ED0B3D9A-02D4-41C9-B8B7-77E8B5A2AF20}"/>
              </a:ext>
            </a:extLst>
          </p:cNvPr>
          <p:cNvSpPr>
            <a:spLocks xmlns:a="http://schemas.openxmlformats.org/drawingml/2006/main" noGrp="1"/>
          </p:cNvSpPr>
          <p:nvPr/>
        </p:nvSpPr>
        <p:spPr>
          <a:xfrm xmlns:a="http://schemas.openxmlformats.org/drawingml/2006/main">
            <a:off x="80010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0A9C055F-5F64-46C9-9D00-756F191918EC}"/>
              </a:ext>
            </a:extLst>
          </p:cNvPr>
          <p:cNvSpPr>
            <a:spLocks xmlns:a="http://schemas.openxmlformats.org/drawingml/2006/main" noGrp="1"/>
          </p:cNvSpPr>
          <p:nvPr/>
        </p:nvSpPr>
        <p:spPr>
          <a:xfrm xmlns:a="http://schemas.openxmlformats.org/drawingml/2006/main">
            <a:off x="84582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2089144825"/>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A637DE-A388-4E3F-8D09-9E837A1B3E5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4F07B1-AE47-4594-B23A-BB67BCA016A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THE MANDATE</a:t>
            </a:r>
          </a:p>
        </p:txBody>
      </p:sp>
      <p:sp>
        <p:nvSpPr>
          <p:cNvPr id="3" name="">
            <a:extLst xmlns:a="http://schemas.openxmlformats.org/drawingml/2006/main">
              <a:ext uri="{FF2B5EF4-FFF2-40B4-BE49-F238E27FC236}">
                <a16:creationId xmlns:a16="http://schemas.microsoft.com/office/drawing/2014/main" id="{C9362F37-0CF9-4788-801A-401EEAFEC25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82988194-4C47-40B4-8EB5-1305BF06D5C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D02BE9A-E76F-4422-A244-9CD0AD73875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A20CD4FD-581C-4AFB-94B4-195A9734558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A7A92093-C2F7-4146-9D10-D91D76F12080}"/>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87308E1D-0574-4745-812B-A84279CB9ECF}"/>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13E840E7-CDFE-420B-8D31-54561186EF05}"/>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A25D82BD-6A2E-42F4-AFB4-EA42CFB8B1DA}"/>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034AF04F-39B1-4B33-BE97-2C25BFBAFDD9}"/>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6C13C7B1-4780-47D6-BF88-C8FC8FF9D076}"/>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FC305CED-E42C-4BFB-BDEB-E45E59E898A3}"/>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250A10E1-4A6A-4FB3-8E43-1E72ED54BBCE}"/>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83232B05-B76F-4CB4-8EA6-2A5DB43A2BE4}"/>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AC59E67-AD3D-497B-9F4D-EADB08620E26}"/>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298616265"/>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E1534B2-228E-48BE-955F-F286FED03BA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F0EBB8-4A59-4C8D-BC5C-0CC7B131876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FFDFD8F9-26A6-4CFD-B474-090FEE2D035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1537B040-1B6C-4C47-84AC-3AC145B394D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D7F703E-5AA5-4C3E-A9E5-1B21BF01AB9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69E720A4-8F7D-425C-8B29-73AA4AA8E31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69236C7B-0641-45F6-8BB2-CDB6B0AB67AD}"/>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AF0E8986-676B-480E-97C6-78E2CE57CBB1}"/>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B3D12A4F-418E-41E9-9C30-00440FB1F260}"/>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A7B63D4B-5AD6-41E3-9718-A9AB50B58C65}"/>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32F092DC-64B3-496E-91EC-DC8046626FEA}"/>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781E61D4-216F-4B9C-B744-FCF714CFE9DD}"/>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A4D5D8A0-BA01-463C-A7AC-93BDEB3BE40D}"/>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724BA985-E0F1-4C47-B15E-D205CC86B13F}"/>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6F77BF65-ED34-4952-BABA-903F7DDDDE13}"/>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C45358CC-7C59-49E8-B2B9-B22CD92E706B}"/>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B4F9CB59-A57C-4FA8-8F91-8B267952CEEA}"/>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A3DD9A3E-5277-4809-AE33-ECBCCE1F79C3}"/>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D6C11869-5DE2-45D7-8980-90DAE5CB62AF}"/>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32FB4B4C-7B15-40D7-A778-6C072FB1E24E}"/>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24969C76-048B-4F1B-A3DB-0BFB584166C2}"/>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BED9D8F2-584A-4BAC-9322-D65A6D4C0BB5}"/>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9819C381-99A3-4E83-A7CD-DEFF3842A998}"/>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1589F4DD-CE5B-45E2-8F67-924E585EA59C}"/>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37318A21-2377-4700-9DC5-0DCC74C77E2A}"/>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DFAA4F62-9757-42A5-9955-4CE1514B8C25}"/>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6CA75B4B-BE08-4FBB-B952-4DCF73CA43F8}"/>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C207143F-4F69-43F5-A760-3394EB914582}"/>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E40D1CEA-4C32-48AC-961A-222864781C3D}"/>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11923934-BBA8-4701-8A38-387DB90A6E14}"/>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F64FF57D-24E0-44CD-94CF-3996C0E209E3}"/>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progress, terminal, and final reports</a:t>
            </a:r>
          </a:p>
        </p:txBody>
      </p:sp>
    </p:spTree>
    <p:extLst>
      <p:ext uri="{BB962C8B-B14F-4D97-AF65-F5344CB8AC3E}">
        <p14:creationId xmlns:p14="http://schemas.microsoft.com/office/powerpoint/2010/main" val="416233450"/>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A715C57-72DD-4BC2-B24B-FB732814193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3AE3CA-1F6E-4361-873A-255C946CDA9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987E972F-BA80-4876-A8CF-8025DA12595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033200EC-BFB6-4D7B-9AAB-5ECFE773C00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8305138-6F36-4BC7-95B7-51F44D6F539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468EAD7A-B351-4998-8DD9-0B1DA460A3A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65C61451-DC41-431D-A9AD-09A0EBDE5DB6}"/>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BFAEF0E2-9691-4E3A-9C8C-B644B13C580B}"/>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C9E22E04-74E9-47F7-A992-4EF55BA22C97}"/>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2" name="">
            <a:extLst xmlns:a="http://schemas.openxmlformats.org/drawingml/2006/main">
              <a:ext uri="{FF2B5EF4-FFF2-40B4-BE49-F238E27FC236}">
                <a16:creationId xmlns:a16="http://schemas.microsoft.com/office/drawing/2014/main" id="{5488E6D1-9245-4C22-AE6B-26FD0688FDCE}"/>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8B3E67AC-3DD1-4794-A8A9-A475720F278F}"/>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16ED0B28-CEBB-4BE6-BF4E-EDE5F27E5AD4}"/>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2E5D52C9-F87C-4C67-AAD7-22EC70766889}"/>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tail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8" name="">
            <a:extLst xmlns:a="http://schemas.openxmlformats.org/drawingml/2006/main">
              <a:ext uri="{FF2B5EF4-FFF2-40B4-BE49-F238E27FC236}">
                <a16:creationId xmlns:a16="http://schemas.microsoft.com/office/drawing/2014/main" id="{D1FE53F6-AEA1-42A7-8BC3-F3563BBB5412}"/>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1960514810"/>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B198F5B-1BA6-4D4B-9B65-5DB4C676CCD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199631-A870-4FCF-972C-B994C571EF0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319CD301-1DEB-4074-B938-307BED3F05C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8A29012C-CE3C-42EB-9ED5-26CAE314AA8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49A5FC0-BC9E-4112-85B5-B37767CBD00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77315544-C0D0-4CCA-B0CE-32B6CDB2B30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86623AE7-6C70-4260-B431-94F307738C84}"/>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823F16CE-8583-4302-A1E1-50CB297C8E42}"/>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5800D78B-1549-4B21-84DD-D4625741FBE8}"/>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D20442CE-5575-4D33-B6D3-DAA0CDFE01E9}"/>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2F994862-35CB-418D-B21D-5963EABA42FC}"/>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C03B5FD2-0FA9-4038-9D2B-8A7A331D1946}"/>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660CA57C-A4FD-4498-9A5E-9F0713BA2B39}"/>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713BFACE-A6FC-4CDC-96A1-E1B8F61B1ADD}"/>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0152472D-AC54-4DAE-B4F1-788DF254F7C0}"/>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2C5B328A-D49C-4250-BA50-416B8AE2529E}"/>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132331358"/>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FDEC52-8B22-4ED9-887A-2566DDCDC41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E521C5-DA01-46E8-8CCD-C950048AD09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5CFC3F60-2FBC-442B-A50E-D2020E59E25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1B69D137-12A1-4D6C-84E1-A3DD2EAFA33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009CB94-FE88-450E-BAD1-A29FAFDD056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0B388C3A-2967-46FF-B4F0-D4723B8A6EF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1972740483"/>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BD8CACE-17F3-4908-90C6-CAA3D90E5AF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991C2C-3833-4C21-8BA7-C31C297ACAF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31D23657-979E-4A6D-8056-2268E8EB9FA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A12B590C-033E-4BB5-9A0F-2947FADAACC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C70D32C-CBBD-405D-ABA7-365E1C5A051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8FC0934B-9919-499D-B908-05AF452BC91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sp>
        <p:nvSpPr>
          <p:cNvPr id="7" name="">
            <a:extLst xmlns:a="http://schemas.openxmlformats.org/drawingml/2006/main">
              <a:ext uri="{FF2B5EF4-FFF2-40B4-BE49-F238E27FC236}">
                <a16:creationId xmlns:a16="http://schemas.microsoft.com/office/drawing/2014/main" id="{B1B6064E-16B9-43FD-B215-724149CC509B}"/>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F0CC837C-B84B-4C83-87BB-42CABEB0EAA9}"/>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B0797152-E639-4201-9A75-FD1FBF6F3120}"/>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854B024C-1E58-436A-A911-7095E6EC3436}"/>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1F07C1CB-C146-4EF8-8E42-A0C1A179BE9D}"/>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735803AE-1A8C-4AAD-A09D-922689337C07}"/>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3471A30A-E38F-4C1B-8A2A-AAB2315C608A}"/>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A067E482-B603-4039-BE5C-9646B0CBB6B2}"/>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B02760C9-2D89-4514-8E59-31ECDFFE8FDA}"/>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7C913295-0AD9-48C6-A7A9-DBFB9388CA3F}"/>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C362C64C-46A7-4254-B708-8A0530C860A0}"/>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7251985E-FED1-4C0F-B13A-72F9BBB21CB3}"/>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6332CA15-94ED-4FC9-A56B-9B047856E6EB}"/>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EFEFC67A-748B-4376-9F2A-DDC6571E78D1}"/>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225FBF5C-D4BF-42D8-AE08-D07C07A524EC}"/>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6218CF4E-469D-45CE-8ECB-F124F7A1D3F7}"/>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EE42EB1F-ADD4-45DD-8A26-BD9E00D21BC9}"/>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1796675771"/>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C69631-D8EF-4525-84A0-CE0D3052550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EE9718-5D9E-4B5A-A55E-3559A7D2DB3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F56C7B5E-3777-4598-B939-592B30C1E9F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CED7C9A4-66FB-43C5-AB25-B6BEEA55A59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B8E72EB-B7D4-4291-BFFC-FCA0E513E14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5D0AD63D-7123-47EE-BC2C-C48473DE657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ED8DE03-EE70-4F6F-9363-7315D776EDAB}"/>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1387782295"/>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68F2B4-DA16-40E2-A84D-86C2968DBF8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93E0F6-E469-4C44-947B-37F19B4610F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AC4AD81A-0B07-4D54-B2A7-2A454DC33E7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role-based web system links local reporting to SitRep preparation</a:t>
            </a:r>
          </a:p>
        </p:txBody>
      </p:sp>
      <p:sp>
        <p:nvSpPr>
          <p:cNvPr id="4" name="">
            <a:extLst xmlns:a="http://schemas.openxmlformats.org/drawingml/2006/main">
              <a:ext uri="{FF2B5EF4-FFF2-40B4-BE49-F238E27FC236}">
                <a16:creationId xmlns:a16="http://schemas.microsoft.com/office/drawing/2014/main" id="{FA26883F-2822-4E35-BB9C-0F98D0C2A0E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7FE4F06-5674-4DB8-9A60-2E91BE060AD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E537FC12-90AD-4485-8BCD-357737B7D35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sp>
        <p:nvSpPr>
          <p:cNvPr id="7" name="">
            <a:extLst xmlns:a="http://schemas.openxmlformats.org/drawingml/2006/main">
              <a:ext uri="{FF2B5EF4-FFF2-40B4-BE49-F238E27FC236}">
                <a16:creationId xmlns:a16="http://schemas.microsoft.com/office/drawing/2014/main" id="{CEEE9FD5-5FBE-42CC-AD7E-C5928A31E3DE}"/>
              </a:ext>
            </a:extLst>
          </p:cNvPr>
          <p:cNvSpPr>
            <a:spLocks xmlns:a="http://schemas.openxmlformats.org/drawingml/2006/main" noGrp="1"/>
          </p:cNvSpPr>
          <p:nvPr/>
        </p:nvSpPr>
        <p:spPr>
          <a:xfrm xmlns:a="http://schemas.openxmlformats.org/drawingml/2006/main">
            <a:off x="9334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31B81D2B-E902-4B02-9F6D-AE69CF07EBC4}"/>
              </a:ext>
            </a:extLst>
          </p:cNvPr>
          <p:cNvSpPr>
            <a:spLocks xmlns:a="http://schemas.openxmlformats.org/drawingml/2006/main" noGrp="1"/>
          </p:cNvSpPr>
          <p:nvPr/>
        </p:nvSpPr>
        <p:spPr>
          <a:xfrm xmlns:a="http://schemas.openxmlformats.org/drawingml/2006/main">
            <a:off x="933450" y="2266950"/>
            <a:ext cx="3095625" cy="1371600"/>
          </a:xfrm>
          <a:prstGeom xmlns:a="http://schemas.openxmlformats.org/drawingml/2006/main" prst="roundRect">
            <a:avLst>
              <a:gd name="adj" fmla="val 5556"/>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Monthly aggregate profile</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Initial incident report</a:t>
            </a:r>
          </a:p>
        </p:txBody>
      </p:sp>
      <p:sp>
        <p:nvSpPr>
          <p:cNvPr id="9" name="">
            <a:extLst xmlns:a="http://schemas.openxmlformats.org/drawingml/2006/main">
              <a:ext uri="{FF2B5EF4-FFF2-40B4-BE49-F238E27FC236}">
                <a16:creationId xmlns:a16="http://schemas.microsoft.com/office/drawing/2014/main" id="{EEC18822-E2A5-492C-B20A-3EFFA03E3961}"/>
              </a:ext>
            </a:extLst>
          </p:cNvPr>
          <p:cNvSpPr>
            <a:spLocks xmlns:a="http://schemas.openxmlformats.org/drawingml/2006/main" noGrp="1"/>
          </p:cNvSpPr>
          <p:nvPr/>
        </p:nvSpPr>
        <p:spPr>
          <a:xfrm xmlns:a="http://schemas.openxmlformats.org/drawingml/2006/main">
            <a:off x="44767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34BBB8C3-6D17-4201-9107-75BECFB914B4}"/>
              </a:ext>
            </a:extLst>
          </p:cNvPr>
          <p:cNvSpPr>
            <a:spLocks xmlns:a="http://schemas.openxmlformats.org/drawingml/2006/main" noGrp="1"/>
          </p:cNvSpPr>
          <p:nvPr/>
        </p:nvSpPr>
        <p:spPr>
          <a:xfrm xmlns:a="http://schemas.openxmlformats.org/drawingml/2006/main">
            <a:off x="44767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Purok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Consolidate reports</a:t>
            </a:r>
          </a:p>
        </p:txBody>
      </p:sp>
      <p:sp>
        <p:nvSpPr>
          <p:cNvPr id="11" name="">
            <a:extLst xmlns:a="http://schemas.openxmlformats.org/drawingml/2006/main">
              <a:ext uri="{FF2B5EF4-FFF2-40B4-BE49-F238E27FC236}">
                <a16:creationId xmlns:a16="http://schemas.microsoft.com/office/drawing/2014/main" id="{C6AD4530-CFB5-4B1F-BE9B-08A5EF2EA8A4}"/>
              </a:ext>
            </a:extLst>
          </p:cNvPr>
          <p:cNvSpPr>
            <a:spLocks xmlns:a="http://schemas.openxmlformats.org/drawingml/2006/main" noGrp="1"/>
          </p:cNvSpPr>
          <p:nvPr/>
        </p:nvSpPr>
        <p:spPr>
          <a:xfrm xmlns:a="http://schemas.openxmlformats.org/drawingml/2006/main">
            <a:off x="80200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DRRM ADMINISTRATOR</a:t>
            </a:r>
          </a:p>
        </p:txBody>
      </p:sp>
      <p:sp>
        <p:nvSpPr>
          <p:cNvPr id="12" name="">
            <a:extLst xmlns:a="http://schemas.openxmlformats.org/drawingml/2006/main">
              <a:ext uri="{FF2B5EF4-FFF2-40B4-BE49-F238E27FC236}">
                <a16:creationId xmlns:a16="http://schemas.microsoft.com/office/drawing/2014/main" id="{F08586F5-F1B5-4510-87DB-2815A007BACE}"/>
              </a:ext>
            </a:extLst>
          </p:cNvPr>
          <p:cNvSpPr>
            <a:spLocks xmlns:a="http://schemas.openxmlformats.org/drawingml/2006/main" noGrp="1"/>
          </p:cNvSpPr>
          <p:nvPr/>
        </p:nvSpPr>
        <p:spPr>
          <a:xfrm xmlns:a="http://schemas.openxmlformats.org/drawingml/2006/main">
            <a:off x="80200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Barangay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Prepare and route SitRep</a:t>
            </a:r>
          </a:p>
        </p:txBody>
      </p: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40290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7572375" y="2952750"/>
            <a:ext cx="4476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5" name="">
            <a:extLst xmlns:a="http://schemas.openxmlformats.org/drawingml/2006/main">
              <a:ext uri="{FF2B5EF4-FFF2-40B4-BE49-F238E27FC236}">
                <a16:creationId xmlns:a16="http://schemas.microsoft.com/office/drawing/2014/main" id="{EDEDD30A-1AE1-48B3-818D-8E0620D0F4B2}"/>
              </a:ext>
            </a:extLst>
          </p:cNvPr>
          <p:cNvSpPr>
            <a:spLocks xmlns:a="http://schemas.openxmlformats.org/drawingml/2006/main" noGrp="1"/>
          </p:cNvSpPr>
          <p:nvPr/>
        </p:nvSpPr>
        <p:spPr>
          <a:xfrm xmlns:a="http://schemas.openxmlformats.org/drawingml/2006/main">
            <a:off x="1000125" y="40767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575" b="0">
                <a:solidFill>
                  <a:srgbClr val="59676A"/>
                </a:solidFill>
                <a:latin typeface="Source Sans 3"/>
                <a:ea typeface="Source Sans 3"/>
                <a:cs typeface="Source Sans 3"/>
              </a:defRPr>
            </a:pPr>
            <a:r>
              <a:rPr sz="1575" b="0">
                <a:solidFill>
                  <a:srgbClr val="59676A"/>
                </a:solidFill>
                <a:latin typeface="Source Sans 3"/>
                <a:ea typeface="Source Sans 3"/>
                <a:cs typeface="Source Sans 3"/>
              </a:rPr>
              <a:t>Correction requests return to the originating level. Verified information moves upward with its source and version.</a:t>
            </a:r>
          </a:p>
        </p:txBody>
      </p:sp>
      <p:sp>
        <p:nvSpPr>
          <p:cNvPr id="16" name="">
            <a:extLst xmlns:a="http://schemas.openxmlformats.org/drawingml/2006/main">
              <a:ext uri="{FF2B5EF4-FFF2-40B4-BE49-F238E27FC236}">
                <a16:creationId xmlns:a16="http://schemas.microsoft.com/office/drawing/2014/main" id="{CA123D61-8C8E-4D28-8512-DD8B73F2F613}"/>
              </a:ext>
            </a:extLst>
          </p:cNvPr>
          <p:cNvSpPr>
            <a:spLocks xmlns:a="http://schemas.openxmlformats.org/drawingml/2006/main" noGrp="1"/>
          </p:cNvSpPr>
          <p:nvPr/>
        </p:nvSpPr>
        <p:spPr>
          <a:xfrm xmlns:a="http://schemas.openxmlformats.org/drawingml/2006/main">
            <a:off x="2000250" y="4943475"/>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7" name="">
            <a:extLst xmlns:a="http://schemas.openxmlformats.org/drawingml/2006/main">
              <a:ext uri="{FF2B5EF4-FFF2-40B4-BE49-F238E27FC236}">
                <a16:creationId xmlns:a16="http://schemas.microsoft.com/office/drawing/2014/main" id="{FBA4A6B6-3950-4C45-A8DC-A0C6F2B1ED00}"/>
              </a:ext>
            </a:extLst>
          </p:cNvPr>
          <p:cNvSpPr>
            <a:spLocks xmlns:a="http://schemas.openxmlformats.org/drawingml/2006/main" noGrp="1"/>
          </p:cNvSpPr>
          <p:nvPr/>
        </p:nvSpPr>
        <p:spPr>
          <a:xfrm xmlns:a="http://schemas.openxmlformats.org/drawingml/2006/main">
            <a:off x="1219200" y="5181600"/>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REPORT HISTORY</a:t>
            </a:r>
          </a:p>
        </p:txBody>
      </p:sp>
      <p:sp>
        <p:nvSpPr>
          <p:cNvPr id="18" name="">
            <a:extLst xmlns:a="http://schemas.openxmlformats.org/drawingml/2006/main">
              <a:ext uri="{FF2B5EF4-FFF2-40B4-BE49-F238E27FC236}">
                <a16:creationId xmlns:a16="http://schemas.microsoft.com/office/drawing/2014/main" id="{0D1A03D9-6887-4354-80D3-1C0D8462013E}"/>
              </a:ext>
            </a:extLst>
          </p:cNvPr>
          <p:cNvSpPr>
            <a:spLocks xmlns:a="http://schemas.openxmlformats.org/drawingml/2006/main" noGrp="1"/>
          </p:cNvSpPr>
          <p:nvPr/>
        </p:nvSpPr>
        <p:spPr>
          <a:xfrm xmlns:a="http://schemas.openxmlformats.org/drawingml/2006/main">
            <a:off x="4781550" y="51816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ROLE-BASED DASHBOARD</a:t>
            </a:r>
          </a:p>
        </p:txBody>
      </p:sp>
      <p:sp>
        <p:nvSpPr>
          <p:cNvPr id="19" name="">
            <a:extLst xmlns:a="http://schemas.openxmlformats.org/drawingml/2006/main">
              <a:ext uri="{FF2B5EF4-FFF2-40B4-BE49-F238E27FC236}">
                <a16:creationId xmlns:a16="http://schemas.microsoft.com/office/drawing/2014/main" id="{E1A59F68-7545-4668-8CD3-B06989D7396B}"/>
              </a:ext>
            </a:extLst>
          </p:cNvPr>
          <p:cNvSpPr>
            <a:spLocks xmlns:a="http://schemas.openxmlformats.org/drawingml/2006/main" noGrp="1"/>
          </p:cNvSpPr>
          <p:nvPr/>
        </p:nvSpPr>
        <p:spPr>
          <a:xfrm xmlns:a="http://schemas.openxmlformats.org/drawingml/2006/main">
            <a:off x="8467725" y="5181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EDITABLE SITREP DRAFT</a:t>
            </a:r>
          </a:p>
        </p:txBody>
      </p:sp>
      <p:sp>
        <p:nvSpPr>
          <p:cNvPr id="20" name="">
            <a:extLst xmlns:a="http://schemas.openxmlformats.org/drawingml/2006/main">
              <a:ext uri="{FF2B5EF4-FFF2-40B4-BE49-F238E27FC236}">
                <a16:creationId xmlns:a16="http://schemas.microsoft.com/office/drawing/2014/main" id="{D905366A-E182-4973-8551-B3D50DDB8BA2}"/>
              </a:ext>
            </a:extLst>
          </p:cNvPr>
          <p:cNvSpPr>
            <a:spLocks xmlns:a="http://schemas.openxmlformats.org/drawingml/2006/main" noGrp="1"/>
          </p:cNvSpPr>
          <p:nvPr/>
        </p:nvSpPr>
        <p:spPr>
          <a:xfrm xmlns:a="http://schemas.openxmlformats.org/drawingml/2006/main">
            <a:off x="1000125" y="56292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reviewers determine factual accuracy. Approval and release remain with authorized officials.</a:t>
            </a:r>
          </a:p>
        </p:txBody>
      </p:sp>
    </p:spTree>
    <p:extLst>
      <p:ext uri="{BB962C8B-B14F-4D97-AF65-F5344CB8AC3E}">
        <p14:creationId xmlns:p14="http://schemas.microsoft.com/office/powerpoint/2010/main" val="1354765522"/>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386C05-8B11-4F93-A651-B7ADFD8549C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FBDF7C-7EC9-4EF9-8F54-97BD64B31E4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A19FCA82-F084-401E-95EE-F1A87762008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4828A19C-7880-4A9D-9AE3-529761FA177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5B7CB06-3A58-48B4-8F62-28A11B76F36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27D50C3B-3B31-4FE7-8742-20A0971C61F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6B659845-B5CA-4A37-8334-9912F65A48FD}"/>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1B28C3-9EAA-47C8-82D8-EAF7BF1E57AA}"/>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F656B046-1E32-466F-A294-C6E40B8DCF8A}"/>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7BD5259F-47B1-4308-A9ED-3D76F7283B14}"/>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3246E29D-88E7-4852-83EB-3E93D563E54E}"/>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DC617C0F-E93D-447B-A2D2-8C4A2558680A}"/>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6C4A9031-F320-4F22-860B-6DECC8F553FD}"/>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56E97DB0-FC8F-4EC6-A6D9-EB6718459FC3}"/>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A5BB9B08-4B58-4EB0-8B24-37E0B67A8747}"/>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BD9FF7B4-9A14-4ECC-94B0-CC51A2F9CC27}"/>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9E2A410B-1CFC-4AFA-8AFF-097575BA1D7E}"/>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9F4A5496-47F2-465B-8400-8342E5ED132A}"/>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891594862"/>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5BE8EF2-872C-4B7F-8ABE-1A44FE38C23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7E7A60-7008-4BA3-BD4A-B161360FB38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F16F1DCD-EF85-41E4-95DC-9EAD62E53D0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C864DEB4-7C21-4187-9CAA-50E55000D28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6B7F5ED-80A4-468D-BA79-1AD01DA9592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70A337C5-9625-41C1-8FD0-98F1748D7C2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D514836C-B6D3-4555-A9A0-AC41F22F5AB1}"/>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E9EC9020-F369-4FC9-9570-45815061A694}"/>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6042520B-DBFF-4422-80BC-E7313BC88885}"/>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39FB79A9-E7DC-4A4B-8E87-3E7602AE1055}"/>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89609EF0-4CFE-485E-8675-4D57FC89372A}"/>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136129EF-8A2B-48ED-982D-7C28E6437C89}"/>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B301D8F4-F45F-4CF3-8115-B68F6ADC8C8A}"/>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D7B8FCDA-963A-4CB1-B995-5E254D8A8BE2}"/>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DC78ED65-144D-400D-99AF-444AE5CF93E9}"/>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D623CC68-7330-4A03-BAB9-BF854E4CA1FC}"/>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1C7444A9-5D6D-4033-A61A-CF3FD36003D8}"/>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tail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28" name="">
            <a:extLst xmlns:a="http://schemas.openxmlformats.org/drawingml/2006/main">
              <a:ext uri="{FF2B5EF4-FFF2-40B4-BE49-F238E27FC236}">
                <a16:creationId xmlns:a16="http://schemas.microsoft.com/office/drawing/2014/main" id="{A4642ED1-07F9-4533-9179-4456646FD700}"/>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7C5C85A4-C9B1-40AA-9EFB-B32FE8929B09}"/>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554D9188-308F-44BD-9656-C37819839BA1}"/>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25B852D5-950D-4980-9D19-B5F7B622EEF7}"/>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817170090"/>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611AFBCD-F160-4813-AE79-8832A01320F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C3D12E-6953-4F6D-9B46-7E27DE237D7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OVERVIEW</a:t>
            </a:r>
          </a:p>
        </p:txBody>
      </p:sp>
      <p:sp>
        <p:nvSpPr>
          <p:cNvPr id="3" name="">
            <a:extLst xmlns:a="http://schemas.openxmlformats.org/drawingml/2006/main">
              <a:ext uri="{FF2B5EF4-FFF2-40B4-BE49-F238E27FC236}">
                <a16:creationId xmlns:a16="http://schemas.microsoft.com/office/drawing/2014/main" id="{8F3911C0-C185-4845-8883-B0F4DE18F95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9D13E152-74F9-43C4-B312-6A31BB29DE9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4DAA4C1-D99D-4BC0-8B25-9ECAABE30F3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7ECF82A5-B1CD-4EEF-8320-6577938986A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C75E4D2F-F554-4757-A187-EC7254071D1B}"/>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D1852EA0-FBA6-4CD8-B174-6CCD970FA470}"/>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0DEA549F-4FC1-4ED6-8E32-34DC16EA191D}"/>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D44BA0EE-D41F-4649-B5B9-84161A70FBB5}"/>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CE4BFCBA-6ACB-4E81-8620-B6B54398C3E2}"/>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CAE872F4-5C46-4149-9AAD-819A2BB61A3F}"/>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C66B9D3B-FA16-42DA-AEC3-898DC2D1378C}"/>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508BF46A-2D67-4B68-942E-8C076BFD51A9}"/>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D859FB27-FCB0-4594-9F84-ECB9793E71F3}"/>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A279A559-1C85-4E08-ADB3-44544048D86B}"/>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0A0F3B8D-DCFF-4FF9-8C9F-505A4CEB4908}"/>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54D98B16-CA56-4750-B613-4F3D2EEDF6F5}"/>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1FBD1DCE-DABD-492C-B528-561958C694C4}"/>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9F757FD7-1D54-484D-8BF6-33665AD0BEF9}"/>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8F354161-7B71-4F92-AD1E-84EA2F3A2C21}"/>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EC3C1F44-0062-481F-B922-8373AC869E79}"/>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1BB9E697-E6D0-4DCB-8D81-CA2AACD6C05B}"/>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4D9CA168-5E0C-4E80-8524-7C568DAC69D3}"/>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9D0D8D97-0775-47EC-ADB2-E9D9827D485C}"/>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DB22644C-FAE7-4786-8835-6CB7978995D1}"/>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B1E97A6C-0483-4F0E-A2D5-D3588F8D56B7}"/>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C624FA69-0C1F-4785-93AF-F1436CF3766D}"/>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10AA1FCD-3480-4489-9F4A-8AAB38089FAB}"/>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37B4AFBB-7E54-44DC-A45D-C7D9E6B6F91E}"/>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82654EE3-1278-4E57-A33E-D5C4B64A932F}"/>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4E917CCC-B8DD-46C7-81FE-BE15F899C10A}"/>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0AFF8CA8-682D-4DA0-BB71-CC37E53EF112}"/>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2F3F3851-9E5A-472A-A3D6-903F4A2FE25A}"/>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C95B8C87-87FF-43ED-AAB4-CB48ECB88D30}"/>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1A4A379B-0F7E-4A89-9E2F-57730D1CBE40}"/>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93D75391-2D65-4E8C-9BD7-EBC7F2F37B92}"/>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72E60F83-4E1B-47B2-9378-A024545E62C5}"/>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20EF2F79-DC6B-44B4-A74A-36F6C2A0AF40}"/>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C4B3549B-D689-4E56-AE12-66579A4B05D3}"/>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19E59CC0-48DE-44B3-A0AD-AAB71152C6F4}"/>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F20E43FA-438C-4216-95C1-3B3F14116C6B}"/>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39C7E24B-288B-4A50-9C18-526B4FB0DCCD}"/>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060818E6-FC4C-46A5-AED0-D2BBB08C6E9C}"/>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0D975367-879D-4691-A095-4ECE8309CBB4}"/>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D32C7917-FE0D-4EB5-98C6-1D347A6CA7A3}"/>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BB7191CF-5C78-4E3A-921C-393E241478F7}"/>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3CB4AA56-71D0-4529-965E-F2A7B9F54DE4}"/>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A30A7072-DB23-4688-B26F-46D8BE4C2FF6}"/>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DC5957AC-DD79-432F-8DB4-2267ABFE5F7E}"/>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AA47760C-EBB9-439C-A8B1-F62F7AE6D291}"/>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7BB3B2CF-5EE2-45D2-BE41-1B1BB6D7A7B6}"/>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B273A914-A8DA-443E-8A53-B47368A8B061}"/>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361EC19E-98E7-40C8-94E7-9FE2C5351D57}"/>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2275596B-B0E6-493C-9DCD-948655EB2D8C}"/>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C6020FDC-6A3E-4866-97C6-E7D7359E6FF5}"/>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F90DBC30-05EE-4206-A9EF-60C449C2D78C}"/>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97B89FA6-4FDC-407F-8CD6-EC74A06F44D8}"/>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9A08FA22-2C5C-4555-8492-62626BD32AC7}"/>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12D6771F-4D36-4323-9001-5CC6E1641BE2}"/>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F296E1BA-1451-487D-8572-F689BB504C80}"/>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27212040"/>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DD8ECC-9819-4280-998A-45003E243B0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835341-F759-4716-8F8F-9A70CD42927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4174F292-3D65-4625-B736-CEE4F35872D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25066750-FCF7-45F1-9AEA-E375C7925F1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52EBE91-1084-4CA3-AECB-948645644A1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7263AD56-D482-4E89-B7C6-B287B87E8ED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CD2DE211-AC73-4956-85D1-36369BE5EFCD}"/>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865587205"/>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88B2E-90CE-4D4A-841B-556F66B91A6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F3D989-FBFA-4EB4-B566-49967918E74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METHODS</a:t>
            </a:r>
          </a:p>
        </p:txBody>
      </p:sp>
      <p:sp>
        <p:nvSpPr>
          <p:cNvPr id="3" name="">
            <a:extLst xmlns:a="http://schemas.openxmlformats.org/drawingml/2006/main">
              <a:ext uri="{FF2B5EF4-FFF2-40B4-BE49-F238E27FC236}">
                <a16:creationId xmlns:a16="http://schemas.microsoft.com/office/drawing/2014/main" id="{A2A7D7DF-C414-4EA9-AC4D-B973A07B9EA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matrix links each problem to its objective and method</a:t>
            </a:r>
          </a:p>
        </p:txBody>
      </p:sp>
      <p:sp>
        <p:nvSpPr>
          <p:cNvPr id="4" name="">
            <a:extLst xmlns:a="http://schemas.openxmlformats.org/drawingml/2006/main">
              <a:ext uri="{FF2B5EF4-FFF2-40B4-BE49-F238E27FC236}">
                <a16:creationId xmlns:a16="http://schemas.microsoft.com/office/drawing/2014/main" id="{49B9AE3D-9573-4124-9228-D9C5FD98FF3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C1FEEE0-FAAF-428A-B9A3-224AA777818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proposed-system workflow</a:t>
            </a:r>
          </a:p>
        </p:txBody>
      </p:sp>
      <p:sp>
        <p:nvSpPr>
          <p:cNvPr id="6" name="">
            <a:extLst xmlns:a="http://schemas.openxmlformats.org/drawingml/2006/main">
              <a:ext uri="{FF2B5EF4-FFF2-40B4-BE49-F238E27FC236}">
                <a16:creationId xmlns:a16="http://schemas.microsoft.com/office/drawing/2014/main" id="{7B74186C-9B5E-4A85-9280-B65D56B2A00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476625"/>
                <a:gridCol w="46863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Method</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Streamline submission and status tracking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online submission routed upward from Purok through Barangay to DRRM.</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Reduce repeated handling and support report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Centralized records with report history and editable SitRep drafts.</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authorized access to information needed for consolidation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 and jurisdiction-based access to source-attributed records and dashboards.</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Improve completeness and traceability of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Staged human review supported by completeness and consistency checks, recorded decisions and correction reasons.</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BE07FA79-9527-45EF-890F-6F7D5ECF74CF}"/>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317565249"/>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DB9E4D2-ACCB-42EA-B2B1-8DBB37BA2D0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15ADA2-08C8-4C48-8B77-9C019FF91B2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DA2650EE-40E3-4997-88F5-4E72D65A3CC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6BB99591-DDDC-4F4B-956B-EBA4DA34408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7162549-E426-4AC4-A276-5E88D792F81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8DE29BAA-28D2-4BF4-B469-9635A31AFCC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sp>
        <p:nvSpPr>
          <p:cNvPr id="7" name="">
            <a:extLst xmlns:a="http://schemas.openxmlformats.org/drawingml/2006/main">
              <a:ext uri="{FF2B5EF4-FFF2-40B4-BE49-F238E27FC236}">
                <a16:creationId xmlns:a16="http://schemas.microsoft.com/office/drawing/2014/main" id="{635B8249-9ECD-49D0-A2EB-45B0FC1E8194}"/>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9B666AA6-CCA0-4D50-AFA5-5B6E49E6E481}"/>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6DB35874-1D14-4ACD-A9F8-89E0B7469F35}"/>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E844DA20-2881-4536-B665-A771A1292900}"/>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0266D73D-BE5D-43C7-893F-41D7C41D3CAF}"/>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571AE874-DE7E-42E1-B7E4-4B3FA88E48F2}"/>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45EF552-6589-4EE0-BFE4-4B443C917211}"/>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22763FB6-8B49-42DD-A2D2-B49105548351}"/>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1106694122"/>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98CDEED-8FB6-4C05-B760-A17746F41DA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AC71A-181B-4FD0-9D67-86BA0AE60C6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B302DD30-B39E-4723-96E3-8611C608866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E769485A-DB09-4B6C-95CF-61BC7E9B355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23581BD-50FB-448E-BE94-A926E2E51CD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7BF332F7-B151-46C3-9794-39D0905CF6A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5274B1D8-BA55-4A49-B636-550749988401}"/>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BF5EC67E-AD41-4549-BD31-94743D7148D6}"/>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F4A3DD29-5ACA-4F25-8BD4-D0DC99F60131}"/>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620D9C99-56FB-4457-AEF3-9E6AF5AF82B9}"/>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CB408597-7AD8-4F39-A664-47399781705E}"/>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904FE5ED-8538-42E2-A96C-B61C36554BF7}"/>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343B400F-A659-47BD-B614-FF9D4BDF62A0}"/>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BE7F8848-F292-4B59-8703-EA755742A52C}"/>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6BE8EC3B-9A92-4AA8-9701-B23BFCB49B48}"/>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007C8737-BCDE-47FB-842C-34A561566B51}"/>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CCABC8B3-BBD9-4E55-A089-D62A9DBDCC95}"/>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A81BE037-77C8-4EE6-90D0-7E4E9EE0F352}"/>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90FB4FB0-0205-4508-9ADD-835839B6C097}"/>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5CD991C8-0079-436E-A91D-81B56895ED2C}"/>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6281173C-A45A-48E3-AF6E-00ABCD18EAF8}"/>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5BAB0219-396B-42DD-A25E-A2F64843EC32}"/>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17DD1655-F2CC-4436-B1A8-52A45D1D760E}"/>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E095FB85-C428-414E-81FE-4336CC1CF745}"/>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697F88F3-A442-4389-B6FF-C78045298F40}"/>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F220DEDE-CD79-414C-BF49-43B78C019A54}"/>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55A19307-7E09-4091-8DB5-A6248B54AB12}"/>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C6E62C71-98B7-40C7-A902-0DDAFCD3BC1C}"/>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85764A46-6583-4FB6-B467-A16072CE62C3}"/>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5ECD467D-C69B-4257-8441-6777B8152E84}"/>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8F94749C-4E99-466F-AC6F-C57BDF5ABA3F}"/>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8B2CAB1-CF95-4EFD-B636-FC422B72679E}"/>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1863493756"/>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1472AE-5DA2-4DA4-ADAC-337622B4BC2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67FBCF-E22B-473F-A27B-AB24D3781D9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A60A0B9A-2D26-4047-B15D-5A185BEC7BA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64A4B500-9134-4877-BCB5-875DB0EB4FE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1C29576-9382-427D-B9A9-17B62B60F38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E545CC0B-D181-4DF5-9DBA-6DC8107D9BE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9C18CF7E-84F2-4F2E-987C-108F794511B0}"/>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1EE9C7AE-4BEB-4FFE-BA6D-AE66157A348E}"/>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7F8EB300-CDEE-475E-BFB8-C7B8828E7609}"/>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is mobile-first. Barangay and DRRM are desktop-capable.</a:t>
            </a:r>
          </a:p>
        </p:txBody>
      </p:sp>
      <p:sp>
        <p:nvSpPr>
          <p:cNvPr id="10" name="">
            <a:extLst xmlns:a="http://schemas.openxmlformats.org/drawingml/2006/main">
              <a:ext uri="{FF2B5EF4-FFF2-40B4-BE49-F238E27FC236}">
                <a16:creationId xmlns:a16="http://schemas.microsoft.com/office/drawing/2014/main" id="{F32AB2D2-ECA3-4810-933F-7FC1263A26F6}"/>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08181F94-B47F-43A5-8918-EDB535F7B3D2}"/>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59601EB4-7C22-489B-BBBF-8FAEB17E96EA}"/>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EA0F06D1-38F6-453D-9B93-6D97E3B4B7FD}"/>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683DBA02-CA60-4572-B34F-BD7152D9B9C8}"/>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88527D12-A4BE-4DFF-B90F-EF99546179DE}"/>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74FB27DC-7033-4407-A7C2-58E7EF2AF445}"/>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DE463BAC-E7DB-4CD6-9FD6-B9A09955360F}"/>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685E401C-7979-4D02-B467-164579034198}"/>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A688C4AE-D54E-4C8F-9D95-11E8A0E67C74}"/>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A59A0A3D-C8A2-41E2-97F9-BF8ADCDA80E9}"/>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ED68B534-EB02-4EE0-BFA5-7926975E1863}"/>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2B160B62-DEFB-492E-B78E-508EFFC95709}"/>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577760536"/>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E1D3E4-11EE-40C1-A7AB-7A7FF852C64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590E45-AE94-4D9F-AE47-89EF60C113E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D29CF4BB-B91C-48AA-8141-9E6B1CD0A9F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93A83106-958E-4BFB-A7FD-519E8157822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96CDCD5-82A2-42A4-809C-126D56C3ECE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0F9E911F-D5C9-4D89-829F-474CDA87BF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DEEF3F99-5534-4B60-A8C9-B649F9288C52}"/>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845A6952-CB38-4DCE-835B-541D55622D04}"/>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CC49E023-1265-4D1C-BA09-8560B5BB9133}"/>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B85CFAA4-7BD2-41D5-8097-DC6B22955A93}"/>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73867C87-4780-4B18-AA2D-0E805271B062}"/>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E12C6A5E-9319-44D1-8B1B-17893F5F3355}"/>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27952CF5-B532-460E-914F-C7E8534616A9}"/>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DFB8DF82-8F30-4A88-B9AE-91EBEFC55376}"/>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F09370EC-2400-43B4-8488-0DE2F8FB6B18}"/>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187490D8-4AC7-4706-B7AE-CDB302795D99}"/>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C36EEE9A-F313-4889-A14E-032445E29580}"/>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3664BFDC-3C6D-4F4F-9C8A-E613E105B12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11536590-7990-4602-B333-50093ABA8B53}"/>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DE50C11F-709A-4DBE-B4E8-9C998A3EB050}"/>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1391524414"/>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BC316F-7336-439B-8A11-72CAB95A15F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51E8F3-2B25-43A1-A1FD-4B651C4DF7F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92C4032D-A467-4FCC-8034-3BB496CC982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AE9A6253-706B-48BF-93FF-07127524A15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42BDDFC-5508-467E-87A4-073741C8F6D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86B998BC-53A3-401E-9D48-5C3BA7A0291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07E58BD5-F9CA-4164-B635-39609FB25577}"/>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4CD4DBFA-0EE3-4CE8-BA2A-AE25FDBC042F}"/>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61380946-8F12-4FF2-94BC-D04E32D858D7}"/>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FA048CC1-0BBB-430E-B98E-22B67264B4F9}"/>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3914DD8D-7F63-43BC-9053-3190D1A35F85}"/>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8549DD29-BD42-49D5-9B80-72C5E07A7620}"/>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64AB5639-A245-403A-9550-7D4DE8143CBD}"/>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EDD21326-83F1-4A3C-BF7B-C3350638F70F}"/>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F4CFA02F-6C7E-4343-9968-9E38A6EB61E7}"/>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D3BD91FB-286F-4EAC-B93D-C67BEB779F97}"/>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5684CBA7-4C90-49A4-99E1-B393E1E2B8C9}"/>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108367E6-271D-4F90-8848-3314B6B1098B}"/>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8A1EC505-202F-443E-94DB-70DCF66892B0}"/>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17428801-1BF8-45A2-8F65-D7FA0C7D568A}"/>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1278143352"/>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B9975A-96DB-4547-970E-0613955F8A6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C4CC8A-F3C9-45E4-9E7C-7EEEE31BB94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02053222-89D7-4B11-A56D-77217EF939E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A59B00CE-4400-4ABB-8428-9B8A04777DA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4A00453-914C-404F-8930-9F99DA68A9C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6986A2B9-0B97-4BFB-B98D-135913D37FF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6A8AE92F-A5FB-4802-99B3-DAFBB8D35B65}"/>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6428D85B-5047-4E6A-92DB-CAF94D44B92C}"/>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28B6DA89-6F40-4CF3-9FDD-14CF65BC2C1C}"/>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53BD878F-2F03-4CA9-A8A4-DAAC499ED12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55AFF4B2-A374-43C5-BC84-174CBA349731}"/>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EB0C4983-A974-4789-A978-769DDBBB8228}"/>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AB2204E1-D893-49A5-B042-37B2DF5C0DCB}"/>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FE03DC90-A1DA-464E-8191-9C147A5D1EE6}"/>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02E9C486-58BC-4C5D-906F-54201BA7713B}"/>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D87A4339-96E8-4664-9CAC-634B793D6C7F}"/>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67C92712-BEDD-432F-AA6F-E8F98531E29A}"/>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65C98260-7C72-4ABF-B1EC-F056961C3AF4}"/>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EF358F45-47D1-49FD-AD03-CDA4128175EB}"/>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E0D07062-6260-4950-A102-36D8014B9E63}"/>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259608611"/>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0B6DF1-4818-4BB7-A321-D01DE5685D5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348043-51E2-4B43-AB55-82CACFB4E04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C05F0ABB-B398-4403-8373-02B74D5E075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823BEF20-6C66-4917-AAC4-90851A973E4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53886FE-6B4E-4F9E-96AB-86307CE4928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8E9628AD-1717-434E-A8DC-C5C8DF4D41C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C3D4C06F-E083-45AC-BE87-98ADD857AEC0}"/>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0B6700B7-87A1-4533-9ADA-8D850E76E8D0}"/>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3685B0F8-C472-4871-B3B8-29F09FDD152A}"/>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6F9E219D-C16B-4E69-94C7-64B6CC7B6808}"/>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CA8EF04C-A856-49D6-A5A2-CFEC67B55060}"/>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01617EE5-FE0A-428F-AD2F-5D6E602BBCF5}"/>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1EECC2F6-CBF2-4ADF-9CC3-588CC6DF68FA}"/>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1F311CFA-E9E3-47E5-870C-EAC21E22A05E}"/>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511C4C6A-73B5-4B3E-9E56-62D6D4FFB872}"/>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F88F34F6-6A4A-4DE7-BA8C-6A41CAA7060F}"/>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52FF4D6C-5D00-44B8-91EF-7A5FA3911A6B}"/>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0FBD53C8-CC04-4064-B5B8-0D9F129A79C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15A6A5B1-6FB7-469A-9CF2-0FEE24C8153C}"/>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5F987453-FF31-46BE-B68F-05A9B3E28F24}"/>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895827043"/>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79ED190-B46A-4729-8DE0-987C83DFE04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A9D85-D1DC-4380-AF5E-DDDEC0B7855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A8C1BD57-71E2-4F1B-9DA9-52BF93C868D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DD948E30-5D08-4E40-A380-E1CB066667F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5D73ABB-2EDC-4840-9EC9-D3ACE68DAEE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1744A44E-E28B-499D-B120-3CD6E97476E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E6431BC6-9857-4F60-BAC8-4DDCDB1C65A4}"/>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8C5C6D55-50A7-4AE4-91E1-C650E531AD58}"/>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E551EF31-688C-442C-B662-0F871C97376E}"/>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273A9EBA-3873-4D9C-AB82-0912D7120297}"/>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C8889044-05EA-4E1D-B77F-EFADBCBAF5BB}"/>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AD28569B-DF21-4B10-9E37-7B0AB135C1E2}"/>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E4213574-37BD-4777-8BA9-F8A5CE788DDC}"/>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1CD68668-FB40-43E7-AA36-9DDA1A6A9A6F}"/>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6500427F-09B6-4A9D-B358-D98DC72D19F4}"/>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8D7CFE3C-EB0A-4CB6-850C-28FF1CD7041D}"/>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248128225"/>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936B186-2048-4064-B3D0-6AFC16C561B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BF280F-2E02-4372-9D42-F20C61A6072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1616BF78-6469-4275-BD6F-28060EF35C3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8013E97F-509C-40FC-B6D3-C43D4FC6A9C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10F0033-4A16-49E8-86CA-3983DCA66CA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69567CBD-B380-45D4-8741-FBD4AE20380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AE575FCF-8FCA-4744-B1F5-DE6D60768A3C}"/>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3F926425-66F9-46C4-A64D-C50803DAAB5F}"/>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2572B5D9-0B72-420B-8ECC-860EEAF41C6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FDD7E9F6-9646-400A-98A0-14704162E43B}"/>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CB8F7A46-BFC4-4B7E-B73D-C2AD95101647}"/>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DB412950-E20E-47B0-A674-642FE65164BA}"/>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3095F712-C376-4DB5-A9A7-3B28ADA48707}"/>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B778F49C-B237-4CC6-8C3D-A3C802322B41}"/>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77A8D6C7-65BB-43E4-9851-658765C65D6D}"/>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1B610C4E-9EDC-4BA2-AFC6-758A6E6A177C}"/>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A2ACE525-313C-4B7C-BBFC-E3815BAD8783}"/>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38DEA66F-9425-496F-BA65-5F589F0479D1}"/>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CB4EC492-F3AF-42F0-AAA0-8AD163A78958}"/>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2D3ABE1E-E4BB-4885-B36B-EF822ACB0698}"/>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113545458"/>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11679F4-2CC7-4C14-ABA4-87BC9337222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8ACFBF-835C-4894-8428-104E6F4D398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D3C9F2EF-6519-4559-81A4-33D57B18F55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3AFFC738-AF49-4A65-91FA-B3FFE533171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E375602-61C5-4849-ABB6-23C4E65687C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C28C4531-06F4-4C88-A360-ACAE59F0D3E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A7F10862-4EA3-4C62-B350-16A581895557}"/>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05C301CC-6094-4A5A-A7F2-9078B3B22DE4}"/>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3978FFAD-E13D-4F5E-A338-2A48559A122E}"/>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C741F1B8-6709-4B8D-9936-8A3907EF2CDC}"/>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588DE5C4-5EFC-4A9D-ADE5-89D586A51D53}"/>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079BCBC0-8EF5-48F9-BA70-1F464C2FEE25}"/>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13F0E2C3-3B6C-40D1-9C1E-0A84B6C980A1}"/>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4907C638-8C89-4C2F-9467-657137204FA9}"/>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0400A97C-6A34-49EA-82EB-429DDEBD340F}"/>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D534FA98-6968-4A06-8661-A9C97B89DA6B}"/>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921D0A1D-0759-4650-884C-00E201DA4303}"/>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1B0BC550-3705-48C8-806B-7DD5A67DBCE6}"/>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8ECB411C-FE53-4725-BCA5-85397FB9B7CE}"/>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544153F1-0BAB-4374-B460-C6EC9E1EE6F4}"/>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A2B48AA3-DB45-40B7-A621-D79D3966F80C}"/>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FA911AD1-F55D-45CA-9C24-091CB4E12D37}"/>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EAEDE123-FECD-496B-AB77-9431FB262B30}"/>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4EFFD1CC-680E-457B-B42D-970246F17EEC}"/>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D1335132-1723-4109-8123-D608DFF8C59C}"/>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1A4FFFB8-57FA-4540-836C-C42C42802A6A}"/>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9D4B14F2-2253-4A1B-B86E-AE49C48F6AED}"/>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F037BBAE-7EFA-4509-AFE2-D966B78693CC}"/>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A04940A8-C136-45C3-BECD-9BB1EA6ACDF9}"/>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4FFBCE24-013D-41D5-A000-B142ADB57997}"/>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832CCAF3-0BF5-485A-BA65-6BB129BEE3EC}"/>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D5FBF78F-B5D4-4115-997D-5DC382C38A38}"/>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595F521F-5CBF-4232-9D4F-4BF9DB73D102}"/>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132B7AA0-87ED-46DE-98C8-12A9ED9FB6DE}"/>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0FF4716-F631-4C83-B7A7-74F7E01B5200}"/>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878600568"/>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26AFB5-BC8E-4E63-BC5A-2E105BEDD14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55F60E-F306-4527-8D23-CE393784A21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2092F78B-6ACF-4495-A780-2BF0C74B1E8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A4CB2462-65B9-4705-9254-99029D3313A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7A4A357-53CB-49BF-8F09-97CE98A47BD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05367AA1-E07C-4FED-BA94-222805F5961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B48F65F3-D0A8-42A9-A6AA-3C600E727C76}"/>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D13DEE90-0D82-48D8-8377-AD2D255E1FD9}"/>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4F81D48B-10AF-4B68-BEC6-3053AC4C9DF5}"/>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C8DC4508-2285-4405-99E6-59ABBD663B61}"/>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64071A4E-4B1C-4917-BC7D-6D7EB2B12A9A}"/>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2CC0A5E6-A0EC-489D-AD14-9C013E856F09}"/>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829F59EB-ED91-4662-B380-A4CE1124A0DB}"/>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60EA092F-E1F3-4F55-BCB3-7C231EE8CC83}"/>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8ECDE26D-66CD-4CF4-A5F2-55700453B27B}"/>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263B7509-0E24-4EE4-A9CC-B360BBB68AC9}"/>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D9A78DC6-839E-4459-857B-60D33C36F414}"/>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395B5AE7-9FFF-440B-A00F-36C17C2CB9A5}"/>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6E0C151F-BC25-432D-B7B6-C3E77CACC71F}"/>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E4837D-D1D5-425A-94E4-96F7CFEF0015}"/>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AC74CE91-503C-4A5B-BD85-538DD2B331B8}"/>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1706691245"/>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29BBEC7-609E-4634-9CAD-7F9365968E6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478425-583E-4951-815C-7A20457E3A6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8CDF1A2D-52BC-4824-8C62-0FEE39D3ED8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65F67213-8FF1-4F56-92C6-F53750FFB15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E817CD0-3184-41EF-A9FF-2F169186DFB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7C255FEE-FC93-49E0-99EF-C1325F2C423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1E50D8EB-573D-45C8-9ECE-FEDD52ED6A22}"/>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D2BCDF33-F7A7-4536-89B8-F059693CBE78}"/>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DCC90CD7-24C4-41C9-9871-B46DD50515B9}"/>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53B1E4E4-9CB9-413E-8CE1-06436C957A70}"/>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B0439BB3-2F56-4FE2-8074-0EE947D086F9}"/>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8F7043D5-64FB-4BB8-9B78-BF9FD976559D}"/>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E5B2F16D-50A9-41E3-90BD-C884133C30DB}"/>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24E7F6BA-C010-4D1F-B4C2-4D727EC3B414}"/>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7851F757-2855-49E0-8C68-0F7E51726172}"/>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1424914441"/>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6F76A6-3A4F-45D7-A39F-960B112E4A7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F8798A-FB1C-4AD7-B26F-EBD17DCCA70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BB33B51A-08E6-431C-B268-4EF6EF0DFA1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6ACF02BC-250C-4494-B6AD-680C9DB9089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F110369-8470-4B46-B819-4B6C294FE14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E9AB47B3-A18C-43F7-943E-AC26FD6B7BC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C3842506-7D2F-4490-B369-1F838AC26E05}"/>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D5BC2CCE-9C67-4637-A771-018AED924643}"/>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A5F5D044-44C8-4D0E-9BC2-FBE434192049}"/>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69078AA5-A33F-4CBA-B24C-3DBF7A651E78}"/>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1" name="">
            <a:extLst xmlns:a="http://schemas.openxmlformats.org/drawingml/2006/main">
              <a:ext uri="{FF2B5EF4-FFF2-40B4-BE49-F238E27FC236}">
                <a16:creationId xmlns:a16="http://schemas.microsoft.com/office/drawing/2014/main" id="{FE7DDF54-5BFF-483A-8084-C5D3A8C5D389}"/>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9DF54FC9-C198-4071-B30B-9B65764E4B0D}"/>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3" name="">
            <a:extLst xmlns:a="http://schemas.openxmlformats.org/drawingml/2006/main">
              <a:ext uri="{FF2B5EF4-FFF2-40B4-BE49-F238E27FC236}">
                <a16:creationId xmlns:a16="http://schemas.microsoft.com/office/drawing/2014/main" id="{D45ECFC0-691D-4970-80F3-B0DCE6181D73}"/>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FD6FDCBF-E8DB-4382-8E40-5DF98CAE8AE9}"/>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5" name="">
            <a:extLst xmlns:a="http://schemas.openxmlformats.org/drawingml/2006/main">
              <a:ext uri="{FF2B5EF4-FFF2-40B4-BE49-F238E27FC236}">
                <a16:creationId xmlns:a16="http://schemas.microsoft.com/office/drawing/2014/main" id="{6C611C65-6426-4C97-AE4E-7FDCCE824A51}"/>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B148E5D6-AAE1-480E-9A2C-798C863B5E57}"/>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17" name="">
            <a:extLst xmlns:a="http://schemas.openxmlformats.org/drawingml/2006/main">
              <a:ext uri="{FF2B5EF4-FFF2-40B4-BE49-F238E27FC236}">
                <a16:creationId xmlns:a16="http://schemas.microsoft.com/office/drawing/2014/main" id="{589D9F76-12D0-4BF7-97FA-899C6472E372}"/>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17356D63-0FF6-4E9C-A81E-7A47DEA0456F}"/>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19" name="">
            <a:extLst xmlns:a="http://schemas.openxmlformats.org/drawingml/2006/main">
              <a:ext uri="{FF2B5EF4-FFF2-40B4-BE49-F238E27FC236}">
                <a16:creationId xmlns:a16="http://schemas.microsoft.com/office/drawing/2014/main" id="{0F078A8D-3ED2-4295-9388-0B24D1DF7835}"/>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0B5AC26-8BE5-459F-BE7B-CDF36F6564D1}"/>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2125355678"/>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10C83BB-BACA-4576-AFC1-1A3ACFF8356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E914C8-E988-49DD-AE21-E7A17A1100E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F3F1F1B4-4044-48F0-9DF7-AA0BF87F0ED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D6DEE6D4-B51D-45E9-82FD-9478C5FB61F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4CC288D-53C9-445D-9AA1-1E6C6429459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986883B7-A561-4A91-B06A-955A4E4BF24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646BF4EA-86A4-4B19-A56E-09EF36C7FC39}"/>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215297E9-D2F4-46B3-BA2D-C6AD474A0269}"/>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ED4D248D-7AF0-46B4-94AD-8F5B951B108B}"/>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E159037D-7209-4880-9B9C-3EA07BB3A3AA}"/>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1" name="">
            <a:extLst xmlns:a="http://schemas.openxmlformats.org/drawingml/2006/main">
              <a:ext uri="{FF2B5EF4-FFF2-40B4-BE49-F238E27FC236}">
                <a16:creationId xmlns:a16="http://schemas.microsoft.com/office/drawing/2014/main" id="{2B06E7A5-AC9B-429B-B02E-975281171EAB}"/>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74FC5B22-C823-4498-B27E-21017914AA9A}"/>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3" name="">
            <a:extLst xmlns:a="http://schemas.openxmlformats.org/drawingml/2006/main">
              <a:ext uri="{FF2B5EF4-FFF2-40B4-BE49-F238E27FC236}">
                <a16:creationId xmlns:a16="http://schemas.microsoft.com/office/drawing/2014/main" id="{8EABA8AA-2062-4EAC-B957-6A729F5FCD32}"/>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E5633AAD-E350-4A5B-B157-D9AF547A5FED}"/>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5" name="">
            <a:extLst xmlns:a="http://schemas.openxmlformats.org/drawingml/2006/main">
              <a:ext uri="{FF2B5EF4-FFF2-40B4-BE49-F238E27FC236}">
                <a16:creationId xmlns:a16="http://schemas.microsoft.com/office/drawing/2014/main" id="{8FDA5C47-4920-4749-938D-628B92102BC4}"/>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65939186-F717-4131-8317-5438A8EBEF60}"/>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17" name="">
            <a:extLst xmlns:a="http://schemas.openxmlformats.org/drawingml/2006/main">
              <a:ext uri="{FF2B5EF4-FFF2-40B4-BE49-F238E27FC236}">
                <a16:creationId xmlns:a16="http://schemas.microsoft.com/office/drawing/2014/main" id="{8D6C037D-31E5-4539-B416-70CF908D2E0E}"/>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D36DDCF7-2804-466E-8311-8DE81928EB19}"/>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19" name="">
            <a:extLst xmlns:a="http://schemas.openxmlformats.org/drawingml/2006/main">
              <a:ext uri="{FF2B5EF4-FFF2-40B4-BE49-F238E27FC236}">
                <a16:creationId xmlns:a16="http://schemas.microsoft.com/office/drawing/2014/main" id="{125F0E22-BB10-4485-A7EE-CE503C71EAC7}"/>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C8FABC9-C87D-4CE1-BCDC-CBF60380469B}"/>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1159200222"/>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CB282AB-A496-48B0-A6FE-4510659D598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F9ED06-120E-483E-B7A8-5DECDC922B3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8072C87E-2F7A-400F-B343-E9EED580F75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C0247238-65D2-4AB8-9600-ED24CC1B9ED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8309E2E-887D-4F8C-8E62-4CD22C74FD6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AD8DC3FB-C4E1-4A72-834C-4CE76A40565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A45E0B8F-6CF2-4381-8CB0-33485C5E231B}"/>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BD3D8834-EF41-402E-BE93-C516F3131F0A}"/>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6B60B590-A0EB-4E0F-861D-6BD1DE899B82}"/>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EEAD4351-BC8A-4E19-AD86-70C659ED70DB}"/>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1" name="">
            <a:extLst xmlns:a="http://schemas.openxmlformats.org/drawingml/2006/main">
              <a:ext uri="{FF2B5EF4-FFF2-40B4-BE49-F238E27FC236}">
                <a16:creationId xmlns:a16="http://schemas.microsoft.com/office/drawing/2014/main" id="{6FFE3703-E1A7-467B-BED3-E8D877063D9A}"/>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F2E201A0-E23E-46DB-85E7-B74472704475}"/>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3" name="">
            <a:extLst xmlns:a="http://schemas.openxmlformats.org/drawingml/2006/main">
              <a:ext uri="{FF2B5EF4-FFF2-40B4-BE49-F238E27FC236}">
                <a16:creationId xmlns:a16="http://schemas.microsoft.com/office/drawing/2014/main" id="{13B2DF18-0E02-47D1-A810-6E45DF33AE04}"/>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455581BB-A45C-445F-B369-39CC0C62F24B}"/>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5" name="">
            <a:extLst xmlns:a="http://schemas.openxmlformats.org/drawingml/2006/main">
              <a:ext uri="{FF2B5EF4-FFF2-40B4-BE49-F238E27FC236}">
                <a16:creationId xmlns:a16="http://schemas.microsoft.com/office/drawing/2014/main" id="{DDF34393-6C1F-4E34-805F-69C0EFB5D3F9}"/>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272BF8B7-A848-4A20-B122-9D1343A07E26}"/>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17" name="">
            <a:extLst xmlns:a="http://schemas.openxmlformats.org/drawingml/2006/main">
              <a:ext uri="{FF2B5EF4-FFF2-40B4-BE49-F238E27FC236}">
                <a16:creationId xmlns:a16="http://schemas.microsoft.com/office/drawing/2014/main" id="{4202DFFB-872D-4382-A1A1-2A2BE3EE9F43}"/>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8AD4D18C-51D3-4415-BCD9-A20BFB38F822}"/>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19" name="">
            <a:extLst xmlns:a="http://schemas.openxmlformats.org/drawingml/2006/main">
              <a:ext uri="{FF2B5EF4-FFF2-40B4-BE49-F238E27FC236}">
                <a16:creationId xmlns:a16="http://schemas.microsoft.com/office/drawing/2014/main" id="{AC6FDE84-4C9A-412B-A452-3A9993B25EF8}"/>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0" name="">
            <a:extLst xmlns:a="http://schemas.openxmlformats.org/drawingml/2006/main">
              <a:ext uri="{FF2B5EF4-FFF2-40B4-BE49-F238E27FC236}">
                <a16:creationId xmlns:a16="http://schemas.microsoft.com/office/drawing/2014/main" id="{B0D365DD-CDD2-48A4-9F53-22BC4FCC89F5}"/>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1" name="">
            <a:extLst xmlns:a="http://schemas.openxmlformats.org/drawingml/2006/main">
              <a:ext uri="{FF2B5EF4-FFF2-40B4-BE49-F238E27FC236}">
                <a16:creationId xmlns:a16="http://schemas.microsoft.com/office/drawing/2014/main" id="{90F5EEFF-0263-4D71-9401-E3949AFDADB6}"/>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2AC3C5A-C500-4513-9256-752031093CA2}"/>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1081294071"/>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95049A6-9AF4-474E-8FE1-D707E7C568E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281BE3-0785-4170-8336-04DF8B94CA0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D19EBDD0-68E0-488D-9DC2-285D8F676EA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EF9DA4AA-42A3-4A03-8EC1-92BA4B745F5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7FF664F-92DF-48BC-9D3D-A381907D93D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410EBA57-3BB5-4375-BA5D-0A0821C9AE8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88E12C04-D28E-4176-ABCA-BA4AE04FE0A7}"/>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BE51B34C-8B1E-4E8F-B2B8-0B6040441EAD}"/>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24441314-3158-4B30-BC32-A0D9A9E56FC0}"/>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7988979F-36E9-4CE8-B1CA-F5BB958C42CA}"/>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5181BB85-0047-4F1C-AC87-3B6BF0631379}"/>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35A26B1B-A2D9-490A-8C25-1A6A7154C2FE}"/>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A4304584-472E-4603-AC7F-36D0AAFDB480}"/>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5BBE9335-1BA7-4843-BFC8-72CF9B74F87F}"/>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E3521EB0-6D3F-483C-864C-52539436BC5A}"/>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8BEB47E4-1AAE-476A-968B-124C2D4125FE}"/>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A98B72FD-FE71-498C-9DF6-F38E1FDF030E}"/>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B98696F8-FCC4-49AF-A927-70FD7C56ECBB}"/>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62E37EFA-4D03-402B-AF9E-23EFD62D75BA}"/>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6787DE42-925C-472B-B26B-E85F5FEB8576}"/>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EEB4C744-123A-46E6-8EC2-665E27B24DBA}"/>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FCA71EDE-78D7-4D93-BFDD-3E3ADDA50A93}"/>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C818C87F-D116-4EA1-97B6-1DB8E51C05CF}"/>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F89B374D-651C-41A0-AC1A-E0EA1E0A2B3C}"/>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9EA2541D-C4FE-45C2-B304-1EB3278416F3}"/>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BF7012D1-6659-4773-BC3E-5FFC947F5E76}"/>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1620626123"/>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7FF3BCC-0A70-4765-8BE0-2A87F21884E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A78133-289C-49D3-9510-D95126F7BAF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TECHNOLOGY STACK</a:t>
            </a:r>
          </a:p>
        </p:txBody>
      </p:sp>
      <p:sp>
        <p:nvSpPr>
          <p:cNvPr id="3" name="">
            <a:extLst xmlns:a="http://schemas.openxmlformats.org/drawingml/2006/main">
              <a:ext uri="{FF2B5EF4-FFF2-40B4-BE49-F238E27FC236}">
                <a16:creationId xmlns:a16="http://schemas.microsoft.com/office/drawing/2014/main" id="{59996B8F-A3F5-4487-95AF-8C5FCA0A843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DA6BE0B8-D2E8-4377-BF6A-A3E84DC3B36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B04FACC-7E94-42C7-913E-5F3BB63A96B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3DCB6B4E-3AE2-494A-B5BA-72EF0DF787A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D5CD6DF2-205C-4BF0-B8D1-85DB2C6A17F1}"/>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3DC22E72-4FE3-4A23-902A-1D257B4B5CFA}"/>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08794ED7-1018-4083-952D-A56CE6D8499A}"/>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F5F6CC54-B20F-4F6A-B595-238733D9F57E}"/>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FB9B9F87-FE86-44E8-9564-74C891BE7025}"/>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66270A7C-6FE7-4CA4-8912-A665119596D5}"/>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6F49DEB0-B22F-451E-B5CC-8542B48E5694}"/>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55624093-8167-4FF0-BCF0-D09ABB5A20F8}"/>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43F45777-57B0-40ED-BCAE-7805FEE93A0D}"/>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9B78364A-04C3-4F84-8B33-30381D462DFD}"/>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46F1135B-9397-4FC8-99B4-BA8EEADC9827}"/>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ED799852-DABA-4C94-8F09-77B54F34EA81}"/>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A25FD95A-9F5C-4067-9FCA-15F2CA55F00D}"/>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044E7D49-B651-48F7-9F58-A867A851295C}"/>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17C2A538-0B4C-435D-9D50-547190A13110}"/>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4C57731B-95E0-4D7A-9F53-140BAA25E9B6}"/>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F4897F37-664C-46F5-A266-08B031CC4FB5}"/>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243008605"/>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F7EAF9E-AF4B-4171-877C-C63B5493871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19DFF3-CAA0-4F4A-A7BE-7EB24C7EDE0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TESTING</a:t>
            </a:r>
          </a:p>
        </p:txBody>
      </p:sp>
      <p:sp>
        <p:nvSpPr>
          <p:cNvPr id="3" name="">
            <a:extLst xmlns:a="http://schemas.openxmlformats.org/drawingml/2006/main">
              <a:ext uri="{FF2B5EF4-FFF2-40B4-BE49-F238E27FC236}">
                <a16:creationId xmlns:a16="http://schemas.microsoft.com/office/drawing/2014/main" id="{4D1FD03F-31C7-450F-B66B-646C15B8496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18895980-8CEF-471C-823F-FE27B809299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6204601-7088-40B9-8909-B29C3C90808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AE6164AF-4FA8-4379-9DFA-F60094C3A7F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F0E78610-AA92-4D49-B86B-B95C632A844E}"/>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78323C65-945E-47AA-8466-5727F10387D3}"/>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B55520F8-C0EF-425A-9E27-F8EC01001470}"/>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8072EB18-FCC3-4964-A4AC-16C77FF9EAD3}"/>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ECBF403B-D341-4ED8-AFD3-B8C845AC1725}"/>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402D167C-4096-4456-ABCB-133C22DCCE2B}"/>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9B05FBBC-B58F-45F4-A8CD-07DAF40183CC}"/>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2303B9DD-83E5-4BD6-B548-2B9CC345CCC7}"/>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AA9C87E5-3DA9-422E-B46C-888B58C74D30}"/>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6167ACEA-4039-4514-8822-3832CBEA2A32}"/>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3EFF07F4-5265-4DBF-A25E-93E486575023}"/>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0375446C-ECF9-4826-A44E-5395B2AEA6EC}"/>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34975873-DAAA-4297-9D23-CB1A359C7AB3}"/>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9233F0BE-7779-43AD-85B0-AFD7904C0413}"/>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9C9763C9-E582-4092-9A5C-FCFFC762720D}"/>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A163F67E-55F0-4994-94CB-00194A701D4F}"/>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B207C4A2-DCBC-46A2-90D2-882CD9AE124B}"/>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46832CCA-A318-4E6C-8B3A-E462ECDE20F0}"/>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3A9ACD11-CE50-4175-9D9E-A0D7D3143527}"/>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32A33235-0152-40B4-891A-DFCAE59D3A00}"/>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6A8C4AC8-F032-45E1-BB64-A0913E1F03FC}"/>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B249DAA3-C611-4827-A871-FC58106BBF8B}"/>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93B16FF9-7C9C-4D28-BEA9-F77A54094011}"/>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F0711005-A35F-4C9E-BA56-FE1B0C3A450C}"/>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E6B76677-8905-41D7-8B50-3B0C56B8C517}"/>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E846B801-B0C3-42DD-9D31-9117F66BC0BB}"/>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77082B4-8D8C-4D49-8D66-C5E6B19646C8}"/>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406629357"/>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97C8385-9ABD-432F-A6D0-33DDFE9BEBA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E01984-BFBA-439E-95F1-9AF14B29A9A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AI USAGE</a:t>
            </a:r>
          </a:p>
        </p:txBody>
      </p:sp>
      <p:sp>
        <p:nvSpPr>
          <p:cNvPr id="3" name="">
            <a:extLst xmlns:a="http://schemas.openxmlformats.org/drawingml/2006/main">
              <a:ext uri="{FF2B5EF4-FFF2-40B4-BE49-F238E27FC236}">
                <a16:creationId xmlns:a16="http://schemas.microsoft.com/office/drawing/2014/main" id="{7845AA7C-4196-4CB7-8ED1-30D9A03F386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paper does not specify an AI feature</a:t>
            </a:r>
          </a:p>
        </p:txBody>
      </p:sp>
      <p:sp>
        <p:nvSpPr>
          <p:cNvPr id="4" name="">
            <a:extLst xmlns:a="http://schemas.openxmlformats.org/drawingml/2006/main">
              <a:ext uri="{FF2B5EF4-FFF2-40B4-BE49-F238E27FC236}">
                <a16:creationId xmlns:a16="http://schemas.microsoft.com/office/drawing/2014/main" id="{5349C16B-65AC-4DE1-AB6A-8FD423491E9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2D58268-FBC7-4D74-9A57-A551EFBD809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review of the revised paper's objectives, scope, architecture and testing sections</a:t>
            </a:r>
          </a:p>
        </p:txBody>
      </p:sp>
      <p:sp>
        <p:nvSpPr>
          <p:cNvPr id="6" name="">
            <a:extLst xmlns:a="http://schemas.openxmlformats.org/drawingml/2006/main">
              <a:ext uri="{FF2B5EF4-FFF2-40B4-BE49-F238E27FC236}">
                <a16:creationId xmlns:a16="http://schemas.microsoft.com/office/drawing/2014/main" id="{48226147-2064-4400-9494-33620893EDC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F748F5A4-C728-4EA8-AB4F-E9643FD9A773}"/>
              </a:ext>
            </a:extLst>
          </p:cNvPr>
          <p:cNvSpPr>
            <a:spLocks xmlns:a="http://schemas.openxmlformats.org/drawingml/2006/main" noGrp="1"/>
          </p:cNvSpPr>
          <p:nvPr/>
        </p:nvSpPr>
        <p:spPr>
          <a:xfrm xmlns:a="http://schemas.openxmlformats.org/drawingml/2006/main">
            <a:off x="952500" y="15811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SYSTEM</a:t>
            </a:r>
          </a:p>
        </p:txBody>
      </p:sp>
      <p:sp>
        <p:nvSpPr>
          <p:cNvPr id="8" name="">
            <a:extLst xmlns:a="http://schemas.openxmlformats.org/drawingml/2006/main">
              <a:ext uri="{FF2B5EF4-FFF2-40B4-BE49-F238E27FC236}">
                <a16:creationId xmlns:a16="http://schemas.microsoft.com/office/drawing/2014/main" id="{B1DE711C-1286-461D-A756-A8BB758A99BF}"/>
              </a:ext>
            </a:extLst>
          </p:cNvPr>
          <p:cNvSpPr>
            <a:spLocks xmlns:a="http://schemas.openxmlformats.org/drawingml/2006/main" noGrp="1"/>
          </p:cNvSpPr>
          <p:nvPr/>
        </p:nvSpPr>
        <p:spPr>
          <a:xfrm xmlns:a="http://schemas.openxmlformats.org/drawingml/2006/main">
            <a:off x="2838450" y="158115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No AI function is specified in the current proposal. Hazard classification follows the organization's CDRA and an authorized user's selection.</a:t>
            </a:r>
          </a:p>
        </p:txBody>
      </p:sp>
      <p:sp>
        <p:nvSpPr>
          <p:cNvPr id="9" name="">
            <a:extLst xmlns:a="http://schemas.openxmlformats.org/drawingml/2006/main">
              <a:ext uri="{FF2B5EF4-FFF2-40B4-BE49-F238E27FC236}">
                <a16:creationId xmlns:a16="http://schemas.microsoft.com/office/drawing/2014/main" id="{24EE5885-029B-4244-9BE0-9DE7178E9A99}"/>
              </a:ext>
            </a:extLst>
          </p:cNvPr>
          <p:cNvSpPr>
            <a:spLocks xmlns:a="http://schemas.openxmlformats.org/drawingml/2006/main" noGrp="1"/>
          </p:cNvSpPr>
          <p:nvPr/>
        </p:nvSpPr>
        <p:spPr>
          <a:xfrm xmlns:a="http://schemas.openxmlformats.org/drawingml/2006/main">
            <a:off x="952500" y="2638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6B23EFCD-9F50-4EDB-BE7E-7427F7CD1A3F}"/>
              </a:ext>
            </a:extLst>
          </p:cNvPr>
          <p:cNvSpPr>
            <a:spLocks xmlns:a="http://schemas.openxmlformats.org/drawingml/2006/main" noGrp="1"/>
          </p:cNvSpPr>
          <p:nvPr/>
        </p:nvSpPr>
        <p:spPr>
          <a:xfrm xmlns:a="http://schemas.openxmlformats.org/drawingml/2006/main">
            <a:off x="952500" y="29718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VALIDATION</a:t>
            </a:r>
          </a:p>
        </p:txBody>
      </p:sp>
      <p:sp>
        <p:nvSpPr>
          <p:cNvPr id="11" name="">
            <a:extLst xmlns:a="http://schemas.openxmlformats.org/drawingml/2006/main">
              <a:ext uri="{FF2B5EF4-FFF2-40B4-BE49-F238E27FC236}">
                <a16:creationId xmlns:a16="http://schemas.microsoft.com/office/drawing/2014/main" id="{5BFC72A0-9EC3-448D-BECA-DDB7DE52BBEB}"/>
              </a:ext>
            </a:extLst>
          </p:cNvPr>
          <p:cNvSpPr>
            <a:spLocks xmlns:a="http://schemas.openxmlformats.org/drawingml/2006/main" noGrp="1"/>
          </p:cNvSpPr>
          <p:nvPr/>
        </p:nvSpPr>
        <p:spPr>
          <a:xfrm xmlns:a="http://schemas.openxmlformats.org/drawingml/2006/main">
            <a:off x="2838450" y="297180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Automated checks can flag missing, out-of-range, inconsistent or possibly duplicated information. They do not establish factual truth.</a:t>
            </a:r>
          </a:p>
        </p:txBody>
      </p:sp>
      <p:sp>
        <p:nvSpPr>
          <p:cNvPr id="12" name="">
            <a:extLst xmlns:a="http://schemas.openxmlformats.org/drawingml/2006/main">
              <a:ext uri="{FF2B5EF4-FFF2-40B4-BE49-F238E27FC236}">
                <a16:creationId xmlns:a16="http://schemas.microsoft.com/office/drawing/2014/main" id="{94B44C85-5CAE-4D75-A206-297A318B73DE}"/>
              </a:ext>
            </a:extLst>
          </p:cNvPr>
          <p:cNvSpPr>
            <a:spLocks xmlns:a="http://schemas.openxmlformats.org/drawingml/2006/main" noGrp="1"/>
          </p:cNvSpPr>
          <p:nvPr/>
        </p:nvSpPr>
        <p:spPr>
          <a:xfrm xmlns:a="http://schemas.openxmlformats.org/drawingml/2006/main">
            <a:off x="952500" y="40481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B321B975-D8C2-4D18-B602-077012F26D2A}"/>
              </a:ext>
            </a:extLst>
          </p:cNvPr>
          <p:cNvSpPr>
            <a:spLocks xmlns:a="http://schemas.openxmlformats.org/drawingml/2006/main" noGrp="1"/>
          </p:cNvSpPr>
          <p:nvPr/>
        </p:nvSpPr>
        <p:spPr>
          <a:xfrm xmlns:a="http://schemas.openxmlformats.org/drawingml/2006/main">
            <a:off x="952500" y="43910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DISCLOSURE</a:t>
            </a:r>
          </a:p>
        </p:txBody>
      </p:sp>
      <p:sp>
        <p:nvSpPr>
          <p:cNvPr id="14" name="">
            <a:extLst xmlns:a="http://schemas.openxmlformats.org/drawingml/2006/main">
              <a:ext uri="{FF2B5EF4-FFF2-40B4-BE49-F238E27FC236}">
                <a16:creationId xmlns:a16="http://schemas.microsoft.com/office/drawing/2014/main" id="{1CE8E1BF-7063-4CD8-9063-CDD52F879A93}"/>
              </a:ext>
            </a:extLst>
          </p:cNvPr>
          <p:cNvSpPr>
            <a:spLocks xmlns:a="http://schemas.openxmlformats.org/drawingml/2006/main" noGrp="1"/>
          </p:cNvSpPr>
          <p:nvPr/>
        </p:nvSpPr>
        <p:spPr>
          <a:xfrm xmlns:a="http://schemas.openxmlformats.org/drawingml/2006/main">
            <a:off x="2838450" y="439102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Report any actual AI assistance in research or development according to institutional requirements. Do not imply a system AI capability that the paper does not contain.</a:t>
            </a:r>
          </a:p>
        </p:txBody>
      </p:sp>
    </p:spTree>
    <p:extLst>
      <p:ext uri="{BB962C8B-B14F-4D97-AF65-F5344CB8AC3E}">
        <p14:creationId xmlns:p14="http://schemas.microsoft.com/office/powerpoint/2010/main" val="951264349"/>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E682599-069A-44AD-9CFA-C048E2ED5C7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ADC4A2-7C02-49B8-89AA-BC35E8453AB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F12DDB2D-BC8E-447B-9E9A-D76185CF0B1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9BF74822-36E7-4203-88EA-303B8FA7B73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1FEE0DD-AB77-4038-BF8D-00693A7B554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577B0378-C9E6-4940-8A83-7F463D4E4E3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FCA37A68-795D-4B8C-AE47-BFCB320F3D02}"/>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0EF821BD-350B-4383-9617-5430C69593AD}"/>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190DC279-957B-4FFF-9CB7-6FB9DC5BB80B}"/>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9BEBCC45-AAB6-49DA-822E-4A578722DEC0}"/>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1CED6D80-D289-4ED6-BDBD-0DE9EA86EE71}"/>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1E0C578E-4DDB-42A3-B980-27FC2AFA1FB7}"/>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3EAEDC7-8367-46AE-90B3-6972D945B991}"/>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879A9206-E7BC-460B-928F-516F600BF094}"/>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91D44A0F-7258-45C1-A275-F4AAB161171A}"/>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8949C9DE-B60A-4B42-94E8-651E99249F6D}"/>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60AE4BED-107C-4CB6-A382-DE16B03B360E}"/>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691FB65F-977E-45FB-A1BA-3951B56CF3D9}"/>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1338603485"/>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C6C753-52F8-4483-9D4C-7B0E7EEF055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C5B245-B004-473E-BB56-51DF6CF34E6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FA77A511-3959-462F-BB44-0CC66832A07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4AC8A0D5-84F9-4EFC-930A-6B91C617732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AA9AFC0-FB5F-418E-8A67-5E5DCB7EF68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84C92D1C-427B-4928-8A81-D790BF46082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8F3A569F-81E3-4369-8D86-E0EDFE58C98B}"/>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C9B9B4FF-F38F-4B9D-985C-71A987D55E9A}"/>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0CA0D709-3C54-4C51-A143-B0C24B1867B1}"/>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7A7ABE1D-26BB-45BA-9E5A-40F1DF1D9C1B}"/>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6E8EC65D-1EA7-4AB8-8169-46B5E6376FE5}"/>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1608090960"/>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69820B5-AEBF-4BB0-8819-D636C182CC6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348CDF-2DDD-4232-BCB1-1D8BED5FA7F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B211322D-1E6D-4E48-B960-8403C7BFAA5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E2F1DBC6-CF89-4BAD-AE90-77CDE5DE5AC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36B33B1-25EA-4DEF-8D9E-251D4681FF8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9F1924BE-9B36-443F-B228-48FC2C1A5F2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3EE0F505-1634-494E-A2FC-79440DBA7AE0}"/>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A5E63EA1-3EBA-4572-A83D-59AAEC0F84D5}"/>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3AE05C2C-E249-4EB8-B0C4-99F1D09E953D}"/>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4184138F-28F3-4339-8947-EBED209E5D46}"/>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48F60A25-04A2-42B6-8F38-6E24F058846F}"/>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94C13D8E-35C7-49CF-9BD8-6574AAEDF61B}"/>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F9546D34-D21F-470A-A6D8-F24D5C2E7579}"/>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EE93626C-FB06-4B69-B767-92E1CD33D178}"/>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BFAA96E3-1678-4A3A-A4A7-4BB7A5A4CCCE}"/>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E2FB345B-1703-40D1-B46B-5A7F4B6BC623}"/>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5C0B12F-A444-43DB-B772-434490E9C5F4}"/>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0CE5BD0F-28BC-4143-A406-D5127DB7F3A5}"/>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11415F47-F698-460C-B44D-9B8C4C09E563}"/>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19A21381-2F90-44EF-9D9F-F9BE57EAE745}"/>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4CDEF9CB-84B6-4B7E-98AE-4360DDCD7B0C}"/>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5CA0CA98-4A8C-4B01-A3F1-B2301ED933FE}"/>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5AA30ED6-2F20-4F4F-89E8-67CC9886970B}"/>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E0857456-A9FB-42CB-BAD1-95E50D755BAE}"/>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C0DA79A9-0B5D-455F-8257-E6B08DA50131}"/>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7FB7BAC0-70D5-450D-8D51-D85137107B97}"/>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686386033"/>
      </p:ext>
    </p:extLst>
  </p:cSld>
</p:sld>
</file>

<file path=ppt/slides/slide38.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0C9B44-D941-440A-B246-60B70A4451E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347AD8-987C-4F0C-BB97-950E30B6FF93}"/>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65838BD4-7658-4CD4-BB30-74CD756014A5}"/>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447A69C0-45F1-42EC-89A6-C4056FB590DD}"/>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DE5E7ADA-45D5-4090-BBC2-9444EDD7C2ED}"/>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829CA249-9A77-4BB8-BD22-C92BA522ED5E}"/>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and RJ P. Somosa</a:t>
            </a:r>
          </a:p>
        </p:txBody>
      </p:sp>
      <p:sp>
        <p:nvSpPr>
          <p:cNvPr id="7" name="">
            <a:extLst xmlns:a="http://schemas.openxmlformats.org/drawingml/2006/main">
              <a:ext uri="{FF2B5EF4-FFF2-40B4-BE49-F238E27FC236}">
                <a16:creationId xmlns:a16="http://schemas.microsoft.com/office/drawing/2014/main" id="{D6E4C471-890F-474E-8854-2FF4C140F2BE}"/>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September 2026</a:t>
            </a:r>
          </a:p>
        </p:txBody>
      </p:sp>
    </p:spTree>
    <p:extLst>
      <p:ext uri="{BB962C8B-B14F-4D97-AF65-F5344CB8AC3E}">
        <p14:creationId xmlns:p14="http://schemas.microsoft.com/office/powerpoint/2010/main" val="192817400"/>
      </p:ext>
    </p:extLst>
  </p:cSld>
</p:sld>
</file>

<file path=ppt/slides/slide3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9459F7-08E9-4AE4-89AE-B8418D30221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C852CF-12A8-46E9-93A7-D8BCCF6124D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1B1A99C4-A05F-4378-809A-85093E7C4F1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Proposed System Flowchart</a:t>
            </a:r>
          </a:p>
        </p:txBody>
      </p:sp>
      <p:sp>
        <p:nvSpPr>
          <p:cNvPr id="4" name="">
            <a:extLst xmlns:a="http://schemas.openxmlformats.org/drawingml/2006/main">
              <a:ext uri="{FF2B5EF4-FFF2-40B4-BE49-F238E27FC236}">
                <a16:creationId xmlns:a16="http://schemas.microsoft.com/office/drawing/2014/main" id="{F3E0725F-7A0B-4D87-B46A-9668A148DE2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CE5CFA6-6F4B-4496-9CF8-43CE9EB984A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7BD2C8EE-EF7C-402C-8C1C-DB514341407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0a9888280d439f"/>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1526270962"/>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0C281C-8FFC-4A5B-A063-D34FA6E4C0C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E6015E-1446-4515-AF8B-AAF78D15F50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9B887027-2AFD-4EEC-B4AE-FC76DFD2AF2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Level 0 Data Flow Diagram</a:t>
            </a:r>
          </a:p>
        </p:txBody>
      </p:sp>
      <p:sp>
        <p:nvSpPr>
          <p:cNvPr id="4" name="">
            <a:extLst xmlns:a="http://schemas.openxmlformats.org/drawingml/2006/main">
              <a:ext uri="{FF2B5EF4-FFF2-40B4-BE49-F238E27FC236}">
                <a16:creationId xmlns:a16="http://schemas.microsoft.com/office/drawing/2014/main" id="{6055E6A1-8AD3-43C0-961C-1B6B5AA0BCC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FCD74F8-4379-4A30-B356-8883CF57AD3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14719606-121C-49ED-9D9F-DB732E5DACC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625f09cd8604967"/>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303405447"/>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D2C918-ED37-4BE7-8FF1-52B0B1CB072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E19E10-818D-437E-A869-CBD5FF3CBC0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606254F3-4724-49A3-B814-A4BCA34769B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Entity Relationship Diagram</a:t>
            </a:r>
          </a:p>
        </p:txBody>
      </p:sp>
      <p:sp>
        <p:nvSpPr>
          <p:cNvPr id="4" name="">
            <a:extLst xmlns:a="http://schemas.openxmlformats.org/drawingml/2006/main">
              <a:ext uri="{FF2B5EF4-FFF2-40B4-BE49-F238E27FC236}">
                <a16:creationId xmlns:a16="http://schemas.microsoft.com/office/drawing/2014/main" id="{07448264-04E4-48C4-8821-07505E2A25F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0228AB7-82B2-4438-A1C7-9D916735FF0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48AAD5B3-AB09-4F98-95E9-C3739481BD6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34c6a356ff54202"/>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1119801108"/>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2236A0-F16D-4EE1-ADC9-F08938BCB53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CC939B-1844-4086-A0DF-94C26713BEB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FAC69FFF-9C91-48B4-AFFB-4D0D0B3D08C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Relational Data Model</a:t>
            </a:r>
          </a:p>
        </p:txBody>
      </p:sp>
      <p:sp>
        <p:nvSpPr>
          <p:cNvPr id="4" name="">
            <a:extLst xmlns:a="http://schemas.openxmlformats.org/drawingml/2006/main">
              <a:ext uri="{FF2B5EF4-FFF2-40B4-BE49-F238E27FC236}">
                <a16:creationId xmlns:a16="http://schemas.microsoft.com/office/drawing/2014/main" id="{F25241C3-C490-4CE0-A577-50AA1BBBF4A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11823CA-70AA-46C5-9521-B294EB24E64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903333F2-8728-4819-997E-0415C1F0D04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3bf333ca584ec4"/>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1030101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2026-09-25T13:28:38.1550000Z</dcterms:created>
  <dcterms:modified xsi:type="dcterms:W3CDTF">2026-09-25T13:28:38.1550000Z</dcterms:modified>
</coreProperties>
</file>