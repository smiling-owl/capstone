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26"/>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Lst>
  <p:sldSz cx="18288000" cy="10287000"/>
  <p:notesSz cx="6858000" cy="9144000"/>
  <p:embeddedFontLst>
    <p:embeddedFont>
      <p:font typeface="Nourd" charset="1" panose="00000500000000000000"/>
      <p:regular r:id="rId29"/>
    </p:embeddedFont>
    <p:embeddedFont>
      <p:font typeface="Nourd Light" charset="1" panose="00000400000000000000"/>
      <p:regular r:id="rId31"/>
    </p:embeddedFont>
    <p:embeddedFont>
      <p:font typeface="Nourd Bold" charset="1" panose="00000800000000000000"/>
      <p:regular r:id="rId33"/>
    </p:embeddedFont>
    <p:embeddedFont>
      <p:font typeface="Nourd Semi-Bold" charset="1" panose="00000700000000000000"/>
      <p:regular r:id="rId34"/>
    </p:embeddedFont>
    <p:embeddedFont>
      <p:font typeface="Nourd Medium" charset="1" panose="00000600000000000000"/>
      <p:regular r:id="rId3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notesMasters/notesMaster1.xml" Type="http://schemas.openxmlformats.org/officeDocument/2006/relationships/notesMaster"/><Relationship Id="rId27" Target="theme/theme2.xml" Type="http://schemas.openxmlformats.org/officeDocument/2006/relationships/theme"/><Relationship Id="rId28" Target="notesSlides/notesSlide1.xml" Type="http://schemas.openxmlformats.org/officeDocument/2006/relationships/notesSlide"/><Relationship Id="rId29" Target="fonts/font29.fntdata" Type="http://schemas.openxmlformats.org/officeDocument/2006/relationships/font"/><Relationship Id="rId3" Target="viewProps.xml" Type="http://schemas.openxmlformats.org/officeDocument/2006/relationships/viewProps"/><Relationship Id="rId30" Target="notesSlides/notesSlide2.xml" Type="http://schemas.openxmlformats.org/officeDocument/2006/relationships/notesSlide"/><Relationship Id="rId31" Target="fonts/font31.fntdata" Type="http://schemas.openxmlformats.org/officeDocument/2006/relationships/font"/><Relationship Id="rId32" Target="notesSlides/notesSlide3.xml" Type="http://schemas.openxmlformats.org/officeDocument/2006/relationships/notesSlide"/><Relationship Id="rId33" Target="fonts/font33.fntdata" Type="http://schemas.openxmlformats.org/officeDocument/2006/relationships/font"/><Relationship Id="rId34" Target="fonts/font34.fntdata" Type="http://schemas.openxmlformats.org/officeDocument/2006/relationships/font"/><Relationship Id="rId35" Target="notesSlides/notesSlide4.xml" Type="http://schemas.openxmlformats.org/officeDocument/2006/relationships/notesSlide"/><Relationship Id="rId36" Target="notesSlides/notesSlide5.xml" Type="http://schemas.openxmlformats.org/officeDocument/2006/relationships/notesSlide"/><Relationship Id="rId37" Target="fonts/font37.fntdata" Type="http://schemas.openxmlformats.org/officeDocument/2006/relationships/font"/><Relationship Id="rId38" Target="notesSlides/notesSlide6.xml" Type="http://schemas.openxmlformats.org/officeDocument/2006/relationships/notesSlide"/><Relationship Id="rId39" Target="notesSlides/notesSlide7.xml" Type="http://schemas.openxmlformats.org/officeDocument/2006/relationships/notesSlide"/><Relationship Id="rId4" Target="theme/theme1.xml" Type="http://schemas.openxmlformats.org/officeDocument/2006/relationships/theme"/><Relationship Id="rId40" Target="notesSlides/notesSlide8.xml" Type="http://schemas.openxmlformats.org/officeDocument/2006/relationships/notesSlid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INTRODUCTION:</a:t>
            </a:r>
          </a:p>
          <a:p>
            <a:r>
              <a:rPr lang="en-US"/>
              <a:t>- An image tells a lot of stories. In this image, it is certain that crisis has arise. But do we know its severity? are we really truly aware of what is happening? do we know how many people are effected? the families, the individuals, the vulnerable. whether the reports are progressive. and what truly is being gather in times of disaster. Our project focuses on that path: from Purok reporting, through Barangay verification and consolidation, to DRRM report preparation. </a:t>
            </a:r>
          </a:p>
          <a:p>
            <a:r>
              <a:rPr lang="en-US"/>
              <a:t/>
            </a:r>
          </a:p>
          <a:p>
            <a:r>
              <a:rPr lang="en-US"/>
              <a:t>- Introduce names and then the project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for this brief, we are going to discuss the motivation of the study. why we are putting our hearts in this study.</a:t>
            </a:r>
          </a:p>
          <a:p>
            <a:r>
              <a:rPr lang="en-US"/>
              <a:t>- thereafter, we will discuss the status quo. how it is in the present, why, and why not stay this way</a:t>
            </a:r>
          </a:p>
          <a:p>
            <a:r>
              <a:rPr lang="en-US"/>
              <a:t>- we will then present the possibility, our proposal, that enables a better proactive workflow</a:t>
            </a:r>
          </a:p>
          <a:p>
            <a:r>
              <a:rPr lang="en-US"/>
              <a:t>- finally, we would present the inner workings of our proposal</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lets first look in the motivations of our proposal. </a:t>
            </a:r>
          </a:p>
          <a:p>
            <a:r>
              <a:rPr lang="en-US"/>
              <a:t>- These three frameworks, Sendai Framework (international anchor), Republic Act No. 10121 (for the National level), and Operation L!STO (as for the local level) highly encourages a proactive approach to disaster risk reduction and management</a:t>
            </a:r>
          </a:p>
          <a:p>
            <a:r>
              <a:rPr lang="en-US"/>
              <a:t>- Prior to these frameworks, we have been adapting a reactive approach to DRRM</a:t>
            </a:r>
          </a:p>
          <a:p>
            <a:r>
              <a:rPr lang="en-US"/>
              <a:t/>
            </a:r>
          </a:p>
          <a:p>
            <a:r>
              <a:rPr lang="en-US"/>
              <a:t>- in this proactive approach, disaster information and data is incredibly crucial as it is. It is utilized in all of the three phases of disaster (namely disaster prepareation, response, and recovery)</a:t>
            </a:r>
          </a:p>
          <a:p>
            <a:r>
              <a:rPr lang="en-US"/>
              <a:t/>
            </a:r>
          </a:p>
          <a:p>
            <a:r>
              <a:rPr lang="en-US"/>
              <a:t>- it is used for risk analysis and planning, for emergency response, and for auditing, logging, and post-disaster needs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the general objective of the system is (...)</a:t>
            </a:r>
          </a:p>
          <a:p>
            <a:r>
              <a:rPr lang="en-US"/>
              <a:t>- in practice, the system is intended to provide a shared reporting process while keeping access and responsibilities appropriate to each level</a:t>
            </a:r>
          </a:p>
          <a:p>
            <a:r>
              <a:rPr lang="en-US"/>
              <a:t/>
            </a:r>
          </a:p>
          <a:p>
            <a:r>
              <a:rPr lang="en-US"/>
              <a:t>- The specific objective translates this aim into 17 modules on around 6 areas</a:t>
            </a:r>
          </a:p>
          <a:p>
            <a:r>
              <a:rPr lang="en-US"/>
              <a:t/>
            </a:r>
          </a:p>
          <a:p>
            <a:r>
              <a:rPr lang="en-US"/>
              <a:t>- User management modules handle account creation and verification for Purok, Barangay, and DRRM personnel, with account creation assigned to authorized higher-level users.</a:t>
            </a:r>
          </a:p>
          <a:p>
            <a:r>
              <a:rPr lang="en-US"/>
              <a:t/>
            </a:r>
          </a:p>
          <a:p>
            <a:r>
              <a:rPr lang="en-US"/>
              <a:t>- Profile Management Modules will record and verify aggregate community information, with Barangay Profiles built from verified Purok Profile. This could eventually lead to the DRRM Profile if possible</a:t>
            </a:r>
          </a:p>
          <a:p>
            <a:r>
              <a:rPr lang="en-US"/>
              <a:t/>
            </a:r>
          </a:p>
          <a:p>
            <a:r>
              <a:rPr lang="en-US"/>
              <a:t>- The Hazard module will maintain hazard information using classification aligned with CDRA (or the organization's CDRA)</a:t>
            </a:r>
          </a:p>
          <a:p>
            <a:r>
              <a:rPr lang="en-US"/>
              <a:t/>
            </a:r>
          </a:p>
          <a:p>
            <a:r>
              <a:rPr lang="en-US"/>
              <a:t>- Incident Reporting will support an initial purok report followed by Barangay review, verification, and the consolidation. The same would then happen from Barangay to DRRM</a:t>
            </a:r>
          </a:p>
          <a:p>
            <a:r>
              <a:rPr lang="en-US"/>
              <a:t/>
            </a:r>
          </a:p>
          <a:p>
            <a:r>
              <a:rPr lang="en-US"/>
              <a:t>- Situation Report modules help DRRM Administrators prepare, edit, and retrieve reports based on verified submissions. </a:t>
            </a:r>
          </a:p>
          <a:p>
            <a:r>
              <a:rPr lang="en-US"/>
              <a:t/>
            </a:r>
          </a:p>
          <a:p>
            <a:r>
              <a:rPr lang="en-US"/>
              <a:t>- Finally, dashboards will show role-appropriate summaries and report statuses.</a:t>
            </a:r>
          </a:p>
          <a:p>
            <a:r>
              <a:rPr lang="en-US"/>
              <a:t/>
            </a:r>
          </a:p>
          <a:p>
            <a:r>
              <a:rPr lang="en-US"/>
              <a:t>- For all of the reports, versions are embedded and is necessary</a:t>
            </a:r>
          </a:p>
          <a:p>
            <a:r>
              <a:rPr lang="en-US"/>
              <a:t/>
            </a:r>
          </a:p>
          <a:p>
            <a:r>
              <a:rPr lang="en-US"/>
              <a:t>- Together, these objectives define what the system will build and evaluate whether its modules support the intended reporting process.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This matrix traces each identified problem to an objective and a proposed method.</a:t>
            </a:r>
          </a:p>
          <a:p>
            <a:r>
              <a:rPr lang="en-US"/>
              <a:t/>
            </a:r>
          </a:p>
          <a:p>
            <a:r>
              <a:rPr lang="en-US"/>
              <a:t>- For communication delay, the objective is to streamline submissions and status tracking. The method routes role-based reports from Purok through Barangay to DRRM.</a:t>
            </a:r>
          </a:p>
          <a:p>
            <a:r>
              <a:rPr lang="en-US"/>
              <a:t/>
            </a:r>
          </a:p>
          <a:p>
            <a:r>
              <a:rPr lang="en-US"/>
              <a:t>- For manual record management, the objective is to reduce repeated handling and support report preparation. Centralized records, report history, and editable Situation Report drafts support that work.</a:t>
            </a:r>
          </a:p>
          <a:p>
            <a:r>
              <a:rPr lang="en-US"/>
              <a:t/>
            </a:r>
          </a:p>
          <a:p>
            <a:r>
              <a:rPr lang="en-US"/>
              <a:t>- For limited data sharing, the objective is to give authorized users access to information needed for consolidation. The method uses role- and jurisdiction-based access while preserving the source of records.</a:t>
            </a:r>
          </a:p>
          <a:p>
            <a:r>
              <a:rPr lang="en-US"/>
              <a:t/>
            </a:r>
          </a:p>
          <a:p>
            <a:r>
              <a:rPr lang="en-US"/>
              <a:t>- For inefficient verification, the objective is to improve completeness and traceability. The system supports staged human review with completeness and consistency checks, recorded decisions, and correction reasons. These checks can flag gaps or inconsistencies, but the reviewer remains responsible for judging the information.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the flowchart is divided into four swimlanes: System User, Purok, Barangay, and DRRM Administrator</a:t>
            </a:r>
          </a:p>
          <a:p>
            <a:r>
              <a:rPr lang="en-US"/>
              <a:t/>
            </a:r>
          </a:p>
          <a:p>
            <a:r>
              <a:rPr lang="en-US"/>
              <a:t>- the first lane just simply shows the login and directs each valid account to the appropriate user flow</a:t>
            </a:r>
          </a:p>
          <a:p>
            <a:r>
              <a:rPr lang="en-US"/>
              <a:t/>
            </a:r>
          </a:p>
          <a:p>
            <a:r>
              <a:rPr lang="en-US"/>
              <a:t>- the main information moves upward through two paths</a:t>
            </a:r>
          </a:p>
          <a:p>
            <a:r>
              <a:rPr lang="en-US"/>
              <a:t/>
            </a:r>
          </a:p>
          <a:p>
            <a:r>
              <a:rPr lang="en-US"/>
              <a:t>- for profiles, Purok user submits its aggregate profile to the Barangay user for verification. Barangay personnel use verified Purok information to create  the Barangay profile, which the goes to the DRRM for verification</a:t>
            </a:r>
          </a:p>
          <a:p>
            <a:r>
              <a:rPr lang="en-US"/>
              <a:t/>
            </a:r>
          </a:p>
          <a:p>
            <a:r>
              <a:rPr lang="en-US"/>
              <a:t>- for incident reporting, Purok usersubmits an initial incident report to the Barangay. After review, Barangay user will then use the consolidated verified data to prepare the Barangay Incident Report. Verified Barangay Incident Reports provide input for Situation Report Generation</a:t>
            </a:r>
          </a:p>
          <a:p>
            <a:r>
              <a:rPr lang="en-US"/>
              <a:t/>
            </a:r>
          </a:p>
          <a:p>
            <a:r>
              <a:rPr lang="en-US"/>
              <a:t>- The diagram also includes account management, hazard creation, report history, and dashboards as supporting processes. Its central flow is the review and consolidation of Purok information as it moves through the Barangay to DRRM.</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this level 0 DFD presents how data moves among the three users: Purok User, Barangay User, and the DRRM Administrator.</a:t>
            </a:r>
          </a:p>
          <a:p>
            <a:r>
              <a:rPr lang="en-US"/>
              <a:t/>
            </a:r>
          </a:p>
          <a:p>
            <a:r>
              <a:rPr lang="en-US"/>
              <a:t>- the numbered processes show what the system does with the data</a:t>
            </a:r>
          </a:p>
          <a:p>
            <a:r>
              <a:rPr lang="en-US"/>
              <a:t/>
            </a:r>
          </a:p>
          <a:p>
            <a:r>
              <a:rPr lang="en-US"/>
              <a:t>- for profiling, Purok user submits identification and aggregate population, housing, vulnerability, and hazard-exposure information. The Barangay verifies Purok profiles and consolidates verified details into the creation of the Barangay profile, which the DRRM Administrator then reviews</a:t>
            </a:r>
          </a:p>
          <a:p>
            <a:r>
              <a:rPr lang="en-US"/>
              <a:t/>
            </a:r>
          </a:p>
          <a:p>
            <a:r>
              <a:rPr lang="en-US"/>
              <a:t>- for incident reporting, Purok users submit initial hazard details, location, time, situation, and exposrue information. The Barangay reviews these Purok reports, consolidates them into Barangay Incident report, and sends that report to the DRRM Administrator for verification. Verified Barangay Incident details then support Situation Report Generation and are retained for later retrieva. Validation statuses also return through the reporting process</a:t>
            </a:r>
          </a:p>
          <a:p>
            <a:r>
              <a:rPr lang="en-US"/>
              <a:t/>
            </a:r>
          </a:p>
          <a:p>
            <a:r>
              <a:rPr lang="en-US"/>
              <a:t>- Account management, hazard creation, dashboards, and report catalogs support these main flows. The DFD focuses on data movement and processing, rather than the screen-by-screen user decisions.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This Entity Relationship Diagram presents the proposed system’s main data entities and their relationships. It can be read in four groups.</a:t>
            </a:r>
          </a:p>
          <a:p>
            <a:r>
              <a:rPr lang="en-US"/>
              <a:t/>
            </a:r>
          </a:p>
          <a:p>
            <a:r>
              <a:rPr lang="en-US"/>
              <a:t>- First, the Account entity represents shared account information, with separate DRRM, Barangay, and Purok account subtypes. The Hazard entities hold hazard records and their characteristics.</a:t>
            </a:r>
          </a:p>
          <a:p>
            <a:r>
              <a:rPr lang="en-US"/>
              <a:t/>
            </a:r>
          </a:p>
          <a:p>
            <a:r>
              <a:rPr lang="en-US"/>
              <a:t>- Second, the profile entities represent Purok and Barangay information. Related housing and hazard-exposure entities hold supporting profile details. Separate verification entities record the reviewer, decision, reason, status, and review date. The Barangay profile is connected to the Purok information it consolidates.</a:t>
            </a:r>
          </a:p>
          <a:p>
            <a:r>
              <a:rPr lang="en-US"/>
              <a:t/>
            </a:r>
          </a:p>
          <a:p>
            <a:r>
              <a:rPr lang="en-US"/>
              <a:t>-Third, Incident Report is the central record for incident information. Purok and Barangay report entities distinguish the reporting level. Related entities preserve report versions and organize affected-population, casualty, and damage-assessment information.</a:t>
            </a:r>
          </a:p>
          <a:p>
            <a:r>
              <a:rPr lang="en-US"/>
              <a:t/>
            </a:r>
          </a:p>
          <a:p>
            <a:r>
              <a:rPr lang="en-US"/>
              <a:t>- Finally, Situation Report connects to entities for report content, including response actions, issues, recommendations, assistance, evacuation, lifeline status, declarations, and signatories. This structure separates the report document from its detailed sections.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5.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jpe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9.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10.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5F6F0"/>
        </a:solidFill>
      </p:bgPr>
    </p:bg>
    <p:spTree>
      <p:nvGrpSpPr>
        <p:cNvPr id="1" name=""/>
        <p:cNvGrpSpPr/>
        <p:nvPr/>
      </p:nvGrpSpPr>
      <p:grpSpPr>
        <a:xfrm>
          <a:off x="0" y="0"/>
          <a:ext cx="0" cy="0"/>
          <a:chOff x="0" y="0"/>
          <a:chExt cx="0" cy="0"/>
        </a:xfrm>
      </p:grpSpPr>
      <p:grpSp>
        <p:nvGrpSpPr>
          <p:cNvPr name="Group 2" id="2"/>
          <p:cNvGrpSpPr/>
          <p:nvPr/>
        </p:nvGrpSpPr>
        <p:grpSpPr>
          <a:xfrm rot="0">
            <a:off x="1028700" y="1028700"/>
            <a:ext cx="782400" cy="782400"/>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6D363"/>
            </a:solidFill>
            <a:ln w="28575" cap="sq">
              <a:solidFill>
                <a:srgbClr val="000000"/>
              </a:solidFill>
              <a:prstDash val="solid"/>
              <a:miter/>
            </a:ln>
          </p:spPr>
        </p:sp>
        <p:sp>
          <p:nvSpPr>
            <p:cNvPr name="TextBox 4" id="4"/>
            <p:cNvSpPr txBox="true"/>
            <p:nvPr/>
          </p:nvSpPr>
          <p:spPr>
            <a:xfrm>
              <a:off x="76200" y="104775"/>
              <a:ext cx="660400" cy="631825"/>
            </a:xfrm>
            <a:prstGeom prst="rect">
              <a:avLst/>
            </a:prstGeom>
          </p:spPr>
          <p:txBody>
            <a:bodyPr anchor="ctr" rtlCol="false" tIns="50800" lIns="50800" bIns="50800" rIns="50800"/>
            <a:lstStyle/>
            <a:p>
              <a:pPr algn="ctr">
                <a:lnSpc>
                  <a:spcPts val="2640"/>
                </a:lnSpc>
              </a:pPr>
            </a:p>
          </p:txBody>
        </p:sp>
      </p:grpSp>
      <p:grpSp>
        <p:nvGrpSpPr>
          <p:cNvPr name="Group 5" id="5"/>
          <p:cNvGrpSpPr/>
          <p:nvPr/>
        </p:nvGrpSpPr>
        <p:grpSpPr>
          <a:xfrm rot="0">
            <a:off x="1441582" y="1028700"/>
            <a:ext cx="782400" cy="782400"/>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28575" cap="sq">
              <a:solidFill>
                <a:srgbClr val="000000"/>
              </a:solidFill>
              <a:prstDash val="solid"/>
              <a:miter/>
            </a:ln>
          </p:spPr>
        </p:sp>
        <p:sp>
          <p:nvSpPr>
            <p:cNvPr name="TextBox 7" id="7"/>
            <p:cNvSpPr txBox="true"/>
            <p:nvPr/>
          </p:nvSpPr>
          <p:spPr>
            <a:xfrm>
              <a:off x="76200" y="104775"/>
              <a:ext cx="660400" cy="631825"/>
            </a:xfrm>
            <a:prstGeom prst="rect">
              <a:avLst/>
            </a:prstGeom>
          </p:spPr>
          <p:txBody>
            <a:bodyPr anchor="ctr" rtlCol="false" tIns="50800" lIns="50800" bIns="50800" rIns="50800"/>
            <a:lstStyle/>
            <a:p>
              <a:pPr algn="ctr">
                <a:lnSpc>
                  <a:spcPts val="2640"/>
                </a:lnSpc>
              </a:pPr>
            </a:p>
          </p:txBody>
        </p:sp>
      </p:grpSp>
      <p:grpSp>
        <p:nvGrpSpPr>
          <p:cNvPr name="Group 8" id="8"/>
          <p:cNvGrpSpPr/>
          <p:nvPr/>
        </p:nvGrpSpPr>
        <p:grpSpPr>
          <a:xfrm rot="0">
            <a:off x="15351034" y="1060829"/>
            <a:ext cx="1908266" cy="735460"/>
            <a:chOff x="0" y="0"/>
            <a:chExt cx="2544355" cy="980613"/>
          </a:xfrm>
        </p:grpSpPr>
        <p:grpSp>
          <p:nvGrpSpPr>
            <p:cNvPr name="Group 9" id="9"/>
            <p:cNvGrpSpPr/>
            <p:nvPr/>
          </p:nvGrpSpPr>
          <p:grpSpPr>
            <a:xfrm rot="0">
              <a:off x="1478066" y="0"/>
              <a:ext cx="1066289" cy="980613"/>
              <a:chOff x="0" y="0"/>
              <a:chExt cx="812800" cy="747492"/>
            </a:xfrm>
          </p:grpSpPr>
          <p:sp>
            <p:nvSpPr>
              <p:cNvPr name="Freeform 10" id="10"/>
              <p:cNvSpPr/>
              <p:nvPr/>
            </p:nvSpPr>
            <p:spPr>
              <a:xfrm flipH="false" flipV="false" rot="0">
                <a:off x="0" y="0"/>
                <a:ext cx="812800" cy="747492"/>
              </a:xfrm>
              <a:custGeom>
                <a:avLst/>
                <a:gdLst/>
                <a:ahLst/>
                <a:cxnLst/>
                <a:rect r="r" b="b" t="t" l="l"/>
                <a:pathLst>
                  <a:path h="747492" w="812800">
                    <a:moveTo>
                      <a:pt x="812800" y="373746"/>
                    </a:moveTo>
                    <a:lnTo>
                      <a:pt x="406400" y="0"/>
                    </a:lnTo>
                    <a:lnTo>
                      <a:pt x="406400" y="203200"/>
                    </a:lnTo>
                    <a:lnTo>
                      <a:pt x="0" y="203200"/>
                    </a:lnTo>
                    <a:lnTo>
                      <a:pt x="0" y="544292"/>
                    </a:lnTo>
                    <a:lnTo>
                      <a:pt x="406400" y="544292"/>
                    </a:lnTo>
                    <a:lnTo>
                      <a:pt x="406400" y="747492"/>
                    </a:lnTo>
                    <a:lnTo>
                      <a:pt x="812800" y="373746"/>
                    </a:lnTo>
                    <a:close/>
                  </a:path>
                </a:pathLst>
              </a:custGeom>
              <a:solidFill>
                <a:srgbClr val="56D363"/>
              </a:solidFill>
              <a:ln w="28575" cap="sq">
                <a:solidFill>
                  <a:srgbClr val="000000"/>
                </a:solidFill>
                <a:prstDash val="solid"/>
                <a:miter/>
              </a:ln>
            </p:spPr>
          </p:sp>
          <p:sp>
            <p:nvSpPr>
              <p:cNvPr name="TextBox 11" id="11"/>
              <p:cNvSpPr txBox="true"/>
              <p:nvPr/>
            </p:nvSpPr>
            <p:spPr>
              <a:xfrm>
                <a:off x="0" y="231775"/>
                <a:ext cx="711200" cy="312517"/>
              </a:xfrm>
              <a:prstGeom prst="rect">
                <a:avLst/>
              </a:prstGeom>
            </p:spPr>
            <p:txBody>
              <a:bodyPr anchor="ctr" rtlCol="false" tIns="50800" lIns="50800" bIns="50800" rIns="50800"/>
              <a:lstStyle/>
              <a:p>
                <a:pPr algn="ctr">
                  <a:lnSpc>
                    <a:spcPts val="2640"/>
                  </a:lnSpc>
                </a:pPr>
              </a:p>
            </p:txBody>
          </p:sp>
        </p:grpSp>
        <p:grpSp>
          <p:nvGrpSpPr>
            <p:cNvPr name="Group 12" id="12"/>
            <p:cNvGrpSpPr/>
            <p:nvPr/>
          </p:nvGrpSpPr>
          <p:grpSpPr>
            <a:xfrm rot="0">
              <a:off x="739033" y="0"/>
              <a:ext cx="1066289" cy="980613"/>
              <a:chOff x="0" y="0"/>
              <a:chExt cx="812800" cy="747492"/>
            </a:xfrm>
          </p:grpSpPr>
          <p:sp>
            <p:nvSpPr>
              <p:cNvPr name="Freeform 13" id="13"/>
              <p:cNvSpPr/>
              <p:nvPr/>
            </p:nvSpPr>
            <p:spPr>
              <a:xfrm flipH="false" flipV="false" rot="0">
                <a:off x="0" y="0"/>
                <a:ext cx="812800" cy="747492"/>
              </a:xfrm>
              <a:custGeom>
                <a:avLst/>
                <a:gdLst/>
                <a:ahLst/>
                <a:cxnLst/>
                <a:rect r="r" b="b" t="t" l="l"/>
                <a:pathLst>
                  <a:path h="747492" w="812800">
                    <a:moveTo>
                      <a:pt x="812800" y="373746"/>
                    </a:moveTo>
                    <a:lnTo>
                      <a:pt x="406400" y="0"/>
                    </a:lnTo>
                    <a:lnTo>
                      <a:pt x="406400" y="203200"/>
                    </a:lnTo>
                    <a:lnTo>
                      <a:pt x="0" y="203200"/>
                    </a:lnTo>
                    <a:lnTo>
                      <a:pt x="0" y="544292"/>
                    </a:lnTo>
                    <a:lnTo>
                      <a:pt x="406400" y="544292"/>
                    </a:lnTo>
                    <a:lnTo>
                      <a:pt x="406400" y="747492"/>
                    </a:lnTo>
                    <a:lnTo>
                      <a:pt x="812800" y="373746"/>
                    </a:lnTo>
                    <a:close/>
                  </a:path>
                </a:pathLst>
              </a:custGeom>
              <a:solidFill>
                <a:srgbClr val="F5F6F0"/>
              </a:solidFill>
              <a:ln w="28575" cap="sq">
                <a:solidFill>
                  <a:srgbClr val="000000"/>
                </a:solidFill>
                <a:prstDash val="solid"/>
                <a:miter/>
              </a:ln>
            </p:spPr>
          </p:sp>
          <p:sp>
            <p:nvSpPr>
              <p:cNvPr name="TextBox 14" id="14"/>
              <p:cNvSpPr txBox="true"/>
              <p:nvPr/>
            </p:nvSpPr>
            <p:spPr>
              <a:xfrm>
                <a:off x="0" y="231775"/>
                <a:ext cx="711200" cy="312517"/>
              </a:xfrm>
              <a:prstGeom prst="rect">
                <a:avLst/>
              </a:prstGeom>
            </p:spPr>
            <p:txBody>
              <a:bodyPr anchor="ctr" rtlCol="false" tIns="50800" lIns="50800" bIns="50800" rIns="50800"/>
              <a:lstStyle/>
              <a:p>
                <a:pPr algn="ctr">
                  <a:lnSpc>
                    <a:spcPts val="2640"/>
                  </a:lnSpc>
                </a:pPr>
              </a:p>
            </p:txBody>
          </p:sp>
        </p:grpSp>
        <p:grpSp>
          <p:nvGrpSpPr>
            <p:cNvPr name="Group 15" id="15"/>
            <p:cNvGrpSpPr/>
            <p:nvPr/>
          </p:nvGrpSpPr>
          <p:grpSpPr>
            <a:xfrm rot="0">
              <a:off x="0" y="0"/>
              <a:ext cx="1066289" cy="980613"/>
              <a:chOff x="0" y="0"/>
              <a:chExt cx="812800" cy="747492"/>
            </a:xfrm>
          </p:grpSpPr>
          <p:sp>
            <p:nvSpPr>
              <p:cNvPr name="Freeform 16" id="16"/>
              <p:cNvSpPr/>
              <p:nvPr/>
            </p:nvSpPr>
            <p:spPr>
              <a:xfrm flipH="false" flipV="false" rot="0">
                <a:off x="0" y="0"/>
                <a:ext cx="812800" cy="747492"/>
              </a:xfrm>
              <a:custGeom>
                <a:avLst/>
                <a:gdLst/>
                <a:ahLst/>
                <a:cxnLst/>
                <a:rect r="r" b="b" t="t" l="l"/>
                <a:pathLst>
                  <a:path h="747492" w="812800">
                    <a:moveTo>
                      <a:pt x="812800" y="373746"/>
                    </a:moveTo>
                    <a:lnTo>
                      <a:pt x="406400" y="0"/>
                    </a:lnTo>
                    <a:lnTo>
                      <a:pt x="406400" y="203200"/>
                    </a:lnTo>
                    <a:lnTo>
                      <a:pt x="0" y="203200"/>
                    </a:lnTo>
                    <a:lnTo>
                      <a:pt x="0" y="544292"/>
                    </a:lnTo>
                    <a:lnTo>
                      <a:pt x="406400" y="544292"/>
                    </a:lnTo>
                    <a:lnTo>
                      <a:pt x="406400" y="747492"/>
                    </a:lnTo>
                    <a:lnTo>
                      <a:pt x="812800" y="373746"/>
                    </a:lnTo>
                    <a:close/>
                  </a:path>
                </a:pathLst>
              </a:custGeom>
              <a:solidFill>
                <a:srgbClr val="F5F6F0"/>
              </a:solidFill>
              <a:ln w="28575" cap="sq">
                <a:solidFill>
                  <a:srgbClr val="000000"/>
                </a:solidFill>
                <a:prstDash val="solid"/>
                <a:miter/>
              </a:ln>
            </p:spPr>
          </p:sp>
          <p:sp>
            <p:nvSpPr>
              <p:cNvPr name="TextBox 17" id="17"/>
              <p:cNvSpPr txBox="true"/>
              <p:nvPr/>
            </p:nvSpPr>
            <p:spPr>
              <a:xfrm>
                <a:off x="0" y="231775"/>
                <a:ext cx="711200" cy="312517"/>
              </a:xfrm>
              <a:prstGeom prst="rect">
                <a:avLst/>
              </a:prstGeom>
            </p:spPr>
            <p:txBody>
              <a:bodyPr anchor="ctr" rtlCol="false" tIns="50800" lIns="50800" bIns="50800" rIns="50800"/>
              <a:lstStyle/>
              <a:p>
                <a:pPr algn="ctr">
                  <a:lnSpc>
                    <a:spcPts val="2640"/>
                  </a:lnSpc>
                </a:pPr>
              </a:p>
            </p:txBody>
          </p:sp>
        </p:grpSp>
      </p:grpSp>
      <p:sp>
        <p:nvSpPr>
          <p:cNvPr name="Freeform 18" id="18"/>
          <p:cNvSpPr/>
          <p:nvPr/>
        </p:nvSpPr>
        <p:spPr>
          <a:xfrm flipH="false" flipV="false" rot="0">
            <a:off x="11132457" y="-272143"/>
            <a:ext cx="8096250" cy="10740571"/>
          </a:xfrm>
          <a:custGeom>
            <a:avLst/>
            <a:gdLst/>
            <a:ahLst/>
            <a:cxnLst/>
            <a:rect r="r" b="b" t="t" l="l"/>
            <a:pathLst>
              <a:path h="10740571" w="8096250">
                <a:moveTo>
                  <a:pt x="0" y="0"/>
                </a:moveTo>
                <a:lnTo>
                  <a:pt x="8096250" y="0"/>
                </a:lnTo>
                <a:lnTo>
                  <a:pt x="8096250" y="10740572"/>
                </a:lnTo>
                <a:lnTo>
                  <a:pt x="0" y="10740572"/>
                </a:lnTo>
                <a:lnTo>
                  <a:pt x="0" y="0"/>
                </a:lnTo>
                <a:close/>
              </a:path>
            </a:pathLst>
          </a:custGeom>
          <a:blipFill>
            <a:blip r:embed="rId3"/>
            <a:stretch>
              <a:fillRect l="-946" t="-2409" r="-946" b="0"/>
            </a:stretch>
          </a:blipFill>
        </p:spPr>
      </p:sp>
      <p:sp>
        <p:nvSpPr>
          <p:cNvPr name="TextBox 19" id="19"/>
          <p:cNvSpPr txBox="true"/>
          <p:nvPr/>
        </p:nvSpPr>
        <p:spPr>
          <a:xfrm rot="0">
            <a:off x="1028700" y="2944254"/>
            <a:ext cx="9789886" cy="2775586"/>
          </a:xfrm>
          <a:prstGeom prst="rect">
            <a:avLst/>
          </a:prstGeom>
        </p:spPr>
        <p:txBody>
          <a:bodyPr anchor="t" rtlCol="false" tIns="0" lIns="0" bIns="0" rIns="0">
            <a:spAutoFit/>
          </a:bodyPr>
          <a:lstStyle/>
          <a:p>
            <a:pPr algn="ctr">
              <a:lnSpc>
                <a:spcPts val="5400"/>
              </a:lnSpc>
            </a:pPr>
            <a:r>
              <a:rPr lang="en-US" sz="5400">
                <a:solidFill>
                  <a:srgbClr val="000000"/>
                </a:solidFill>
                <a:latin typeface="Nourd"/>
                <a:ea typeface="Nourd"/>
                <a:cs typeface="Nourd"/>
                <a:sym typeface="Nourd"/>
              </a:rPr>
              <a:t>Integrated Disaster Incident Record Management and Automated Situation Report Generation System</a:t>
            </a:r>
          </a:p>
        </p:txBody>
      </p:sp>
      <p:sp>
        <p:nvSpPr>
          <p:cNvPr name="TextBox 20" id="20"/>
          <p:cNvSpPr txBox="true"/>
          <p:nvPr/>
        </p:nvSpPr>
        <p:spPr>
          <a:xfrm rot="0">
            <a:off x="3398885" y="8131901"/>
            <a:ext cx="5049516" cy="366395"/>
          </a:xfrm>
          <a:prstGeom prst="rect">
            <a:avLst/>
          </a:prstGeom>
        </p:spPr>
        <p:txBody>
          <a:bodyPr anchor="t" rtlCol="false" tIns="0" lIns="0" bIns="0" rIns="0">
            <a:spAutoFit/>
          </a:bodyPr>
          <a:lstStyle/>
          <a:p>
            <a:pPr algn="ctr">
              <a:lnSpc>
                <a:spcPts val="2860"/>
              </a:lnSpc>
            </a:pPr>
            <a:r>
              <a:rPr lang="en-US" sz="2600">
                <a:solidFill>
                  <a:srgbClr val="000000"/>
                </a:solidFill>
                <a:latin typeface="Nourd"/>
                <a:ea typeface="Nourd"/>
                <a:cs typeface="Nourd"/>
                <a:sym typeface="Nourd"/>
              </a:rPr>
              <a:t>September 29, 2026</a:t>
            </a:r>
          </a:p>
        </p:txBody>
      </p:sp>
      <p:sp>
        <p:nvSpPr>
          <p:cNvPr name="TextBox 21" id="21"/>
          <p:cNvSpPr txBox="true"/>
          <p:nvPr/>
        </p:nvSpPr>
        <p:spPr>
          <a:xfrm rot="0">
            <a:off x="3752670" y="6804647"/>
            <a:ext cx="5049516" cy="977900"/>
          </a:xfrm>
          <a:prstGeom prst="rect">
            <a:avLst/>
          </a:prstGeom>
        </p:spPr>
        <p:txBody>
          <a:bodyPr anchor="t" rtlCol="false" tIns="0" lIns="0" bIns="0" rIns="0">
            <a:spAutoFit/>
          </a:bodyPr>
          <a:lstStyle/>
          <a:p>
            <a:pPr algn="ctr">
              <a:lnSpc>
                <a:spcPts val="3850"/>
              </a:lnSpc>
            </a:pPr>
            <a:r>
              <a:rPr lang="en-US" sz="3500">
                <a:solidFill>
                  <a:srgbClr val="000000"/>
                </a:solidFill>
                <a:latin typeface="Nourd"/>
                <a:ea typeface="Nourd"/>
                <a:cs typeface="Nourd"/>
                <a:sym typeface="Nourd"/>
              </a:rPr>
              <a:t>Perez, Katrina Mae D.G.</a:t>
            </a:r>
          </a:p>
          <a:p>
            <a:pPr algn="ctr">
              <a:lnSpc>
                <a:spcPts val="3850"/>
              </a:lnSpc>
            </a:pPr>
            <a:r>
              <a:rPr lang="en-US" sz="3500">
                <a:solidFill>
                  <a:srgbClr val="000000"/>
                </a:solidFill>
                <a:latin typeface="Nourd"/>
                <a:ea typeface="Nourd"/>
                <a:cs typeface="Nourd"/>
                <a:sym typeface="Nourd"/>
              </a:rPr>
              <a:t>Somosa, RJ P.</a:t>
            </a:r>
          </a:p>
        </p:txBody>
      </p:sp>
      <p:sp>
        <p:nvSpPr>
          <p:cNvPr name="AutoShape 22" id="22"/>
          <p:cNvSpPr/>
          <p:nvPr/>
        </p:nvSpPr>
        <p:spPr>
          <a:xfrm flipH="true" flipV="true">
            <a:off x="4223661" y="6242672"/>
            <a:ext cx="3466322" cy="0"/>
          </a:xfrm>
          <a:prstGeom prst="line">
            <a:avLst/>
          </a:prstGeom>
          <a:ln cap="flat" w="38100">
            <a:solidFill>
              <a:srgbClr val="56D363"/>
            </a:solidFill>
            <a:prstDash val="solid"/>
            <a:headEnd type="none" len="sm" w="sm"/>
            <a:tailEnd type="none" len="sm" w="sm"/>
          </a:ln>
        </p:spPr>
      </p:sp>
    </p:spTree>
  </p:cSld>
  <p:clrMapOvr>
    <a:masterClrMapping/>
  </p:clrMapOvr>
</p:sld>
</file>

<file path=ppt/slides/slide2.xml><?xml version="1.0" encoding="utf-8"?>
<p:sld xmlns:p="http://schemas.openxmlformats.org/presentationml/2006/main" xmlns:a="http://schemas.openxmlformats.org/drawingml/2006/main">
  <p:cSld>
    <p:bg>
      <p:bgPr>
        <a:solidFill>
          <a:srgbClr val="F5F6F0"/>
        </a:solidFill>
      </p:bgPr>
    </p:bg>
    <p:spTree>
      <p:nvGrpSpPr>
        <p:cNvPr id="1" name=""/>
        <p:cNvGrpSpPr/>
        <p:nvPr/>
      </p:nvGrpSpPr>
      <p:grpSpPr>
        <a:xfrm>
          <a:off x="0" y="0"/>
          <a:ext cx="0" cy="0"/>
          <a:chOff x="0" y="0"/>
          <a:chExt cx="0" cy="0"/>
        </a:xfrm>
      </p:grpSpPr>
      <p:grpSp>
        <p:nvGrpSpPr>
          <p:cNvPr name="Group 2" id="2"/>
          <p:cNvGrpSpPr/>
          <p:nvPr/>
        </p:nvGrpSpPr>
        <p:grpSpPr>
          <a:xfrm rot="0">
            <a:off x="15608945" y="-484038"/>
            <a:ext cx="3025476" cy="3025476"/>
            <a:chOff x="0" y="0"/>
            <a:chExt cx="647700" cy="647700"/>
          </a:xfrm>
        </p:grpSpPr>
        <p:sp>
          <p:nvSpPr>
            <p:cNvPr name="Freeform 3" id="3"/>
            <p:cNvSpPr/>
            <p:nvPr/>
          </p:nvSpPr>
          <p:spPr>
            <a:xfrm flipH="false" flipV="false" rot="0">
              <a:off x="0" y="0"/>
              <a:ext cx="647700" cy="647700"/>
            </a:xfrm>
            <a:custGeom>
              <a:avLst/>
              <a:gdLst/>
              <a:ahLst/>
              <a:cxnLst/>
              <a:rect r="r" b="b" t="t" l="l"/>
              <a:pathLst>
                <a:path h="647700" w="647700">
                  <a:moveTo>
                    <a:pt x="477520" y="21590"/>
                  </a:moveTo>
                  <a:lnTo>
                    <a:pt x="374650" y="269240"/>
                  </a:lnTo>
                  <a:lnTo>
                    <a:pt x="623570" y="166370"/>
                  </a:lnTo>
                  <a:lnTo>
                    <a:pt x="647700" y="219710"/>
                  </a:lnTo>
                  <a:lnTo>
                    <a:pt x="397510" y="322580"/>
                  </a:lnTo>
                  <a:lnTo>
                    <a:pt x="647700" y="425450"/>
                  </a:lnTo>
                  <a:lnTo>
                    <a:pt x="623570" y="477520"/>
                  </a:lnTo>
                  <a:lnTo>
                    <a:pt x="374650" y="374650"/>
                  </a:lnTo>
                  <a:lnTo>
                    <a:pt x="477520" y="623570"/>
                  </a:lnTo>
                  <a:lnTo>
                    <a:pt x="425450" y="647700"/>
                  </a:lnTo>
                  <a:lnTo>
                    <a:pt x="322580" y="397510"/>
                  </a:lnTo>
                  <a:lnTo>
                    <a:pt x="219710" y="647700"/>
                  </a:lnTo>
                  <a:lnTo>
                    <a:pt x="167640" y="623570"/>
                  </a:lnTo>
                  <a:lnTo>
                    <a:pt x="269240" y="374650"/>
                  </a:lnTo>
                  <a:lnTo>
                    <a:pt x="21590" y="477520"/>
                  </a:lnTo>
                  <a:lnTo>
                    <a:pt x="0" y="425450"/>
                  </a:lnTo>
                  <a:lnTo>
                    <a:pt x="247650" y="322580"/>
                  </a:lnTo>
                  <a:lnTo>
                    <a:pt x="0" y="219710"/>
                  </a:lnTo>
                  <a:lnTo>
                    <a:pt x="21590" y="167640"/>
                  </a:lnTo>
                  <a:lnTo>
                    <a:pt x="269240" y="269240"/>
                  </a:lnTo>
                  <a:lnTo>
                    <a:pt x="167640" y="21590"/>
                  </a:lnTo>
                  <a:lnTo>
                    <a:pt x="219710" y="0"/>
                  </a:lnTo>
                  <a:lnTo>
                    <a:pt x="322580" y="247650"/>
                  </a:lnTo>
                  <a:lnTo>
                    <a:pt x="425450" y="0"/>
                  </a:lnTo>
                  <a:lnTo>
                    <a:pt x="477520" y="21590"/>
                  </a:lnTo>
                  <a:close/>
                </a:path>
              </a:pathLst>
            </a:custGeom>
            <a:solidFill>
              <a:srgbClr val="56D363"/>
            </a:solidFill>
            <a:ln w="28575" cap="sq">
              <a:solidFill>
                <a:srgbClr val="000000"/>
              </a:solidFill>
              <a:prstDash val="solid"/>
              <a:miter/>
            </a:ln>
          </p:spPr>
        </p:sp>
        <p:sp>
          <p:nvSpPr>
            <p:cNvPr name="TextBox 4" id="4"/>
            <p:cNvSpPr txBox="true"/>
            <p:nvPr/>
          </p:nvSpPr>
          <p:spPr>
            <a:xfrm>
              <a:off x="152400" y="180975"/>
              <a:ext cx="342900" cy="314325"/>
            </a:xfrm>
            <a:prstGeom prst="rect">
              <a:avLst/>
            </a:prstGeom>
          </p:spPr>
          <p:txBody>
            <a:bodyPr anchor="ctr" rtlCol="false" tIns="50800" lIns="50800" bIns="50800" rIns="50800"/>
            <a:lstStyle/>
            <a:p>
              <a:pPr algn="ctr" marL="0" indent="0" lvl="0">
                <a:lnSpc>
                  <a:spcPts val="2640"/>
                </a:lnSpc>
                <a:spcBef>
                  <a:spcPct val="0"/>
                </a:spcBef>
              </a:pPr>
            </a:p>
            <a:p>
              <a:pPr algn="ctr" marL="0" indent="0" lvl="0">
                <a:lnSpc>
                  <a:spcPts val="2640"/>
                </a:lnSpc>
                <a:spcBef>
                  <a:spcPct val="0"/>
                </a:spcBef>
              </a:pPr>
            </a:p>
          </p:txBody>
        </p:sp>
      </p:grpSp>
      <p:grpSp>
        <p:nvGrpSpPr>
          <p:cNvPr name="Group 5" id="5"/>
          <p:cNvGrpSpPr/>
          <p:nvPr/>
        </p:nvGrpSpPr>
        <p:grpSpPr>
          <a:xfrm rot="0">
            <a:off x="1149948" y="8854812"/>
            <a:ext cx="1797948" cy="1797948"/>
            <a:chOff x="0" y="0"/>
            <a:chExt cx="622300" cy="622300"/>
          </a:xfrm>
        </p:grpSpPr>
        <p:sp>
          <p:nvSpPr>
            <p:cNvPr name="Freeform 6" id="6"/>
            <p:cNvSpPr/>
            <p:nvPr/>
          </p:nvSpPr>
          <p:spPr>
            <a:xfrm flipH="false" flipV="false" rot="0">
              <a:off x="0" y="0"/>
              <a:ext cx="622300" cy="622300"/>
            </a:xfrm>
            <a:custGeom>
              <a:avLst/>
              <a:gdLst/>
              <a:ahLst/>
              <a:cxnLst/>
              <a:rect r="r" b="b" t="t" l="l"/>
              <a:pathLst>
                <a:path h="622300" w="622300">
                  <a:moveTo>
                    <a:pt x="186690" y="0"/>
                  </a:moveTo>
                  <a:cubicBezTo>
                    <a:pt x="426720" y="0"/>
                    <a:pt x="622300" y="195580"/>
                    <a:pt x="622300" y="435610"/>
                  </a:cubicBezTo>
                  <a:lnTo>
                    <a:pt x="622300" y="622300"/>
                  </a:lnTo>
                  <a:lnTo>
                    <a:pt x="435610" y="622300"/>
                  </a:lnTo>
                  <a:cubicBezTo>
                    <a:pt x="195580" y="622300"/>
                    <a:pt x="0" y="426720"/>
                    <a:pt x="0" y="186690"/>
                  </a:cubicBezTo>
                  <a:lnTo>
                    <a:pt x="0" y="0"/>
                  </a:lnTo>
                  <a:lnTo>
                    <a:pt x="186690" y="0"/>
                  </a:lnTo>
                  <a:close/>
                </a:path>
              </a:pathLst>
            </a:custGeom>
            <a:solidFill>
              <a:srgbClr val="56D363"/>
            </a:solidFill>
            <a:ln w="28575" cap="sq">
              <a:solidFill>
                <a:srgbClr val="000000"/>
              </a:solidFill>
              <a:prstDash val="solid"/>
              <a:miter/>
            </a:ln>
          </p:spPr>
        </p:sp>
        <p:sp>
          <p:nvSpPr>
            <p:cNvPr name="TextBox 7" id="7"/>
            <p:cNvSpPr txBox="true"/>
            <p:nvPr/>
          </p:nvSpPr>
          <p:spPr>
            <a:xfrm>
              <a:off x="44450" y="34925"/>
              <a:ext cx="533400" cy="581025"/>
            </a:xfrm>
            <a:prstGeom prst="rect">
              <a:avLst/>
            </a:prstGeom>
          </p:spPr>
          <p:txBody>
            <a:bodyPr anchor="ctr" rtlCol="false" tIns="50800" lIns="50800" bIns="50800" rIns="50800"/>
            <a:lstStyle/>
            <a:p>
              <a:pPr algn="ctr" marL="0" indent="0" lvl="0">
                <a:lnSpc>
                  <a:spcPts val="2640"/>
                </a:lnSpc>
                <a:spcBef>
                  <a:spcPct val="0"/>
                </a:spcBef>
              </a:pPr>
            </a:p>
          </p:txBody>
        </p:sp>
      </p:grpSp>
      <p:grpSp>
        <p:nvGrpSpPr>
          <p:cNvPr name="Group 8" id="8"/>
          <p:cNvGrpSpPr/>
          <p:nvPr/>
        </p:nvGrpSpPr>
        <p:grpSpPr>
          <a:xfrm rot="5400000">
            <a:off x="1801028" y="8346486"/>
            <a:ext cx="1016651" cy="1016651"/>
            <a:chOff x="0" y="0"/>
            <a:chExt cx="622300" cy="622300"/>
          </a:xfrm>
        </p:grpSpPr>
        <p:sp>
          <p:nvSpPr>
            <p:cNvPr name="Freeform 9" id="9"/>
            <p:cNvSpPr/>
            <p:nvPr/>
          </p:nvSpPr>
          <p:spPr>
            <a:xfrm flipH="false" flipV="false" rot="0">
              <a:off x="0" y="0"/>
              <a:ext cx="622300" cy="622300"/>
            </a:xfrm>
            <a:custGeom>
              <a:avLst/>
              <a:gdLst/>
              <a:ahLst/>
              <a:cxnLst/>
              <a:rect r="r" b="b" t="t" l="l"/>
              <a:pathLst>
                <a:path h="622300" w="622300">
                  <a:moveTo>
                    <a:pt x="186690" y="0"/>
                  </a:moveTo>
                  <a:cubicBezTo>
                    <a:pt x="426720" y="0"/>
                    <a:pt x="622300" y="195580"/>
                    <a:pt x="622300" y="435610"/>
                  </a:cubicBezTo>
                  <a:lnTo>
                    <a:pt x="622300" y="622300"/>
                  </a:lnTo>
                  <a:lnTo>
                    <a:pt x="435610" y="622300"/>
                  </a:lnTo>
                  <a:cubicBezTo>
                    <a:pt x="195580" y="622300"/>
                    <a:pt x="0" y="426720"/>
                    <a:pt x="0" y="186690"/>
                  </a:cubicBezTo>
                  <a:lnTo>
                    <a:pt x="0" y="0"/>
                  </a:lnTo>
                  <a:lnTo>
                    <a:pt x="186690" y="0"/>
                  </a:lnTo>
                  <a:close/>
                </a:path>
              </a:pathLst>
            </a:custGeom>
            <a:solidFill>
              <a:srgbClr val="F5F6F0"/>
            </a:solidFill>
            <a:ln w="28575" cap="sq">
              <a:solidFill>
                <a:srgbClr val="000000"/>
              </a:solidFill>
              <a:prstDash val="solid"/>
              <a:miter/>
            </a:ln>
          </p:spPr>
        </p:sp>
        <p:sp>
          <p:nvSpPr>
            <p:cNvPr name="TextBox 10" id="10"/>
            <p:cNvSpPr txBox="true"/>
            <p:nvPr/>
          </p:nvSpPr>
          <p:spPr>
            <a:xfrm>
              <a:off x="44450" y="34925"/>
              <a:ext cx="533400" cy="581025"/>
            </a:xfrm>
            <a:prstGeom prst="rect">
              <a:avLst/>
            </a:prstGeom>
          </p:spPr>
          <p:txBody>
            <a:bodyPr anchor="ctr" rtlCol="false" tIns="50800" lIns="50800" bIns="50800" rIns="50800"/>
            <a:lstStyle/>
            <a:p>
              <a:pPr algn="ctr" marL="0" indent="0" lvl="0">
                <a:lnSpc>
                  <a:spcPts val="2640"/>
                </a:lnSpc>
                <a:spcBef>
                  <a:spcPct val="0"/>
                </a:spcBef>
              </a:pPr>
            </a:p>
          </p:txBody>
        </p:sp>
      </p:grpSp>
      <p:sp>
        <p:nvSpPr>
          <p:cNvPr name="TextBox 11" id="11"/>
          <p:cNvSpPr txBox="true"/>
          <p:nvPr/>
        </p:nvSpPr>
        <p:spPr>
          <a:xfrm rot="0">
            <a:off x="1149948" y="2009724"/>
            <a:ext cx="8532326" cy="954405"/>
          </a:xfrm>
          <a:prstGeom prst="rect">
            <a:avLst/>
          </a:prstGeom>
        </p:spPr>
        <p:txBody>
          <a:bodyPr anchor="t" rtlCol="false" tIns="0" lIns="0" bIns="0" rIns="0">
            <a:spAutoFit/>
          </a:bodyPr>
          <a:lstStyle/>
          <a:p>
            <a:pPr algn="just" marL="0" indent="0" lvl="0">
              <a:lnSpc>
                <a:spcPts val="7200"/>
              </a:lnSpc>
              <a:spcBef>
                <a:spcPct val="0"/>
              </a:spcBef>
            </a:pPr>
            <a:r>
              <a:rPr lang="en-US" sz="7200">
                <a:solidFill>
                  <a:srgbClr val="000000"/>
                </a:solidFill>
                <a:latin typeface="Nourd"/>
                <a:ea typeface="Nourd"/>
                <a:cs typeface="Nourd"/>
                <a:sym typeface="Nourd"/>
              </a:rPr>
              <a:t>Presentation Flow</a:t>
            </a:r>
          </a:p>
        </p:txBody>
      </p:sp>
      <p:sp>
        <p:nvSpPr>
          <p:cNvPr name="TextBox 12" id="12"/>
          <p:cNvSpPr txBox="true"/>
          <p:nvPr/>
        </p:nvSpPr>
        <p:spPr>
          <a:xfrm rot="0">
            <a:off x="7586803" y="3910503"/>
            <a:ext cx="5072247" cy="407035"/>
          </a:xfrm>
          <a:prstGeom prst="rect">
            <a:avLst/>
          </a:prstGeom>
        </p:spPr>
        <p:txBody>
          <a:bodyPr anchor="t" rtlCol="false" tIns="0" lIns="0" bIns="0" rIns="0">
            <a:spAutoFit/>
          </a:bodyPr>
          <a:lstStyle/>
          <a:p>
            <a:pPr algn="l">
              <a:lnSpc>
                <a:spcPts val="3079"/>
              </a:lnSpc>
            </a:pPr>
            <a:r>
              <a:rPr lang="en-US" sz="2799">
                <a:solidFill>
                  <a:srgbClr val="000000"/>
                </a:solidFill>
                <a:latin typeface="Nourd"/>
                <a:ea typeface="Nourd"/>
                <a:cs typeface="Nourd"/>
                <a:sym typeface="Nourd"/>
              </a:rPr>
              <a:t>Motivation</a:t>
            </a:r>
          </a:p>
        </p:txBody>
      </p:sp>
      <p:sp>
        <p:nvSpPr>
          <p:cNvPr name="TextBox 13" id="13"/>
          <p:cNvSpPr txBox="true"/>
          <p:nvPr/>
        </p:nvSpPr>
        <p:spPr>
          <a:xfrm rot="0">
            <a:off x="5559969" y="3833985"/>
            <a:ext cx="1621882" cy="636270"/>
          </a:xfrm>
          <a:prstGeom prst="rect">
            <a:avLst/>
          </a:prstGeom>
        </p:spPr>
        <p:txBody>
          <a:bodyPr anchor="t" rtlCol="false" tIns="0" lIns="0" bIns="0" rIns="0">
            <a:spAutoFit/>
          </a:bodyPr>
          <a:lstStyle/>
          <a:p>
            <a:pPr algn="ctr">
              <a:lnSpc>
                <a:spcPts val="4800"/>
              </a:lnSpc>
            </a:pPr>
            <a:r>
              <a:rPr lang="en-US" sz="4800">
                <a:solidFill>
                  <a:srgbClr val="000000"/>
                </a:solidFill>
                <a:latin typeface="Nourd Light"/>
                <a:ea typeface="Nourd Light"/>
                <a:cs typeface="Nourd Light"/>
                <a:sym typeface="Nourd Light"/>
              </a:rPr>
              <a:t>1</a:t>
            </a:r>
          </a:p>
        </p:txBody>
      </p:sp>
      <p:sp>
        <p:nvSpPr>
          <p:cNvPr name="TextBox 14" id="14"/>
          <p:cNvSpPr txBox="true"/>
          <p:nvPr/>
        </p:nvSpPr>
        <p:spPr>
          <a:xfrm rot="0">
            <a:off x="7586803" y="6086811"/>
            <a:ext cx="5072247" cy="407035"/>
          </a:xfrm>
          <a:prstGeom prst="rect">
            <a:avLst/>
          </a:prstGeom>
        </p:spPr>
        <p:txBody>
          <a:bodyPr anchor="t" rtlCol="false" tIns="0" lIns="0" bIns="0" rIns="0">
            <a:spAutoFit/>
          </a:bodyPr>
          <a:lstStyle/>
          <a:p>
            <a:pPr algn="l">
              <a:lnSpc>
                <a:spcPts val="3079"/>
              </a:lnSpc>
            </a:pPr>
            <a:r>
              <a:rPr lang="en-US" sz="2799">
                <a:solidFill>
                  <a:srgbClr val="000000"/>
                </a:solidFill>
                <a:latin typeface="Nourd"/>
                <a:ea typeface="Nourd"/>
                <a:cs typeface="Nourd"/>
                <a:sym typeface="Nourd"/>
              </a:rPr>
              <a:t>The possibility: How and Why</a:t>
            </a:r>
          </a:p>
        </p:txBody>
      </p:sp>
      <p:sp>
        <p:nvSpPr>
          <p:cNvPr name="TextBox 15" id="15"/>
          <p:cNvSpPr txBox="true"/>
          <p:nvPr/>
        </p:nvSpPr>
        <p:spPr>
          <a:xfrm rot="0">
            <a:off x="5559969" y="6026528"/>
            <a:ext cx="1621882" cy="636270"/>
          </a:xfrm>
          <a:prstGeom prst="rect">
            <a:avLst/>
          </a:prstGeom>
        </p:spPr>
        <p:txBody>
          <a:bodyPr anchor="t" rtlCol="false" tIns="0" lIns="0" bIns="0" rIns="0">
            <a:spAutoFit/>
          </a:bodyPr>
          <a:lstStyle/>
          <a:p>
            <a:pPr algn="ctr" marL="0" indent="0" lvl="0">
              <a:lnSpc>
                <a:spcPts val="4800"/>
              </a:lnSpc>
              <a:spcBef>
                <a:spcPct val="0"/>
              </a:spcBef>
            </a:pPr>
            <a:r>
              <a:rPr lang="en-US" sz="4800">
                <a:solidFill>
                  <a:srgbClr val="000000"/>
                </a:solidFill>
                <a:latin typeface="Nourd Light"/>
                <a:ea typeface="Nourd Light"/>
                <a:cs typeface="Nourd Light"/>
                <a:sym typeface="Nourd Light"/>
              </a:rPr>
              <a:t>3</a:t>
            </a:r>
          </a:p>
        </p:txBody>
      </p:sp>
      <p:sp>
        <p:nvSpPr>
          <p:cNvPr name="TextBox 16" id="16"/>
          <p:cNvSpPr txBox="true"/>
          <p:nvPr/>
        </p:nvSpPr>
        <p:spPr>
          <a:xfrm rot="0">
            <a:off x="7586803" y="5007039"/>
            <a:ext cx="5072247" cy="407035"/>
          </a:xfrm>
          <a:prstGeom prst="rect">
            <a:avLst/>
          </a:prstGeom>
        </p:spPr>
        <p:txBody>
          <a:bodyPr anchor="t" rtlCol="false" tIns="0" lIns="0" bIns="0" rIns="0">
            <a:spAutoFit/>
          </a:bodyPr>
          <a:lstStyle/>
          <a:p>
            <a:pPr algn="l">
              <a:lnSpc>
                <a:spcPts val="3079"/>
              </a:lnSpc>
            </a:pPr>
            <a:r>
              <a:rPr lang="en-US" sz="2799">
                <a:solidFill>
                  <a:srgbClr val="000000"/>
                </a:solidFill>
                <a:latin typeface="Nourd"/>
                <a:ea typeface="Nourd"/>
                <a:cs typeface="Nourd"/>
                <a:sym typeface="Nourd"/>
              </a:rPr>
              <a:t>Status Quo: How and Why</a:t>
            </a:r>
          </a:p>
        </p:txBody>
      </p:sp>
      <p:sp>
        <p:nvSpPr>
          <p:cNvPr name="TextBox 17" id="17"/>
          <p:cNvSpPr txBox="true"/>
          <p:nvPr/>
        </p:nvSpPr>
        <p:spPr>
          <a:xfrm rot="0">
            <a:off x="5559969" y="4930522"/>
            <a:ext cx="1621882" cy="636270"/>
          </a:xfrm>
          <a:prstGeom prst="rect">
            <a:avLst/>
          </a:prstGeom>
        </p:spPr>
        <p:txBody>
          <a:bodyPr anchor="t" rtlCol="false" tIns="0" lIns="0" bIns="0" rIns="0">
            <a:spAutoFit/>
          </a:bodyPr>
          <a:lstStyle/>
          <a:p>
            <a:pPr algn="ctr" marL="0" indent="0" lvl="0">
              <a:lnSpc>
                <a:spcPts val="4800"/>
              </a:lnSpc>
              <a:spcBef>
                <a:spcPct val="0"/>
              </a:spcBef>
            </a:pPr>
            <a:r>
              <a:rPr lang="en-US" sz="4800">
                <a:solidFill>
                  <a:srgbClr val="000000"/>
                </a:solidFill>
                <a:latin typeface="Nourd Light"/>
                <a:ea typeface="Nourd Light"/>
                <a:cs typeface="Nourd Light"/>
                <a:sym typeface="Nourd Light"/>
              </a:rPr>
              <a:t>2</a:t>
            </a:r>
          </a:p>
        </p:txBody>
      </p:sp>
      <p:sp>
        <p:nvSpPr>
          <p:cNvPr name="TextBox 18" id="18"/>
          <p:cNvSpPr txBox="true"/>
          <p:nvPr/>
        </p:nvSpPr>
        <p:spPr>
          <a:xfrm rot="0">
            <a:off x="7586803" y="7182818"/>
            <a:ext cx="5072247" cy="407035"/>
          </a:xfrm>
          <a:prstGeom prst="rect">
            <a:avLst/>
          </a:prstGeom>
        </p:spPr>
        <p:txBody>
          <a:bodyPr anchor="t" rtlCol="false" tIns="0" lIns="0" bIns="0" rIns="0">
            <a:spAutoFit/>
          </a:bodyPr>
          <a:lstStyle/>
          <a:p>
            <a:pPr algn="l">
              <a:lnSpc>
                <a:spcPts val="3079"/>
              </a:lnSpc>
            </a:pPr>
            <a:r>
              <a:rPr lang="en-US" sz="2799">
                <a:solidFill>
                  <a:srgbClr val="000000"/>
                </a:solidFill>
                <a:latin typeface="Nourd"/>
                <a:ea typeface="Nourd"/>
                <a:cs typeface="Nourd"/>
                <a:sym typeface="Nourd"/>
              </a:rPr>
              <a:t>Methodology</a:t>
            </a:r>
          </a:p>
        </p:txBody>
      </p:sp>
      <p:sp>
        <p:nvSpPr>
          <p:cNvPr name="TextBox 19" id="19"/>
          <p:cNvSpPr txBox="true"/>
          <p:nvPr/>
        </p:nvSpPr>
        <p:spPr>
          <a:xfrm rot="0">
            <a:off x="5559969" y="7122535"/>
            <a:ext cx="1621882" cy="636270"/>
          </a:xfrm>
          <a:prstGeom prst="rect">
            <a:avLst/>
          </a:prstGeom>
        </p:spPr>
        <p:txBody>
          <a:bodyPr anchor="t" rtlCol="false" tIns="0" lIns="0" bIns="0" rIns="0">
            <a:spAutoFit/>
          </a:bodyPr>
          <a:lstStyle/>
          <a:p>
            <a:pPr algn="ctr" marL="0" indent="0" lvl="0">
              <a:lnSpc>
                <a:spcPts val="4800"/>
              </a:lnSpc>
              <a:spcBef>
                <a:spcPct val="0"/>
              </a:spcBef>
            </a:pPr>
            <a:r>
              <a:rPr lang="en-US" sz="4800">
                <a:solidFill>
                  <a:srgbClr val="000000"/>
                </a:solidFill>
                <a:latin typeface="Nourd Light"/>
                <a:ea typeface="Nourd Light"/>
                <a:cs typeface="Nourd Light"/>
                <a:sym typeface="Nourd Light"/>
              </a:rPr>
              <a:t>4</a:t>
            </a:r>
          </a:p>
        </p:txBody>
      </p:sp>
    </p:spTree>
  </p:cSld>
  <p:clrMapOvr>
    <a:masterClrMapping/>
  </p:clrMapOvr>
</p:sld>
</file>

<file path=ppt/slides/slide3.xml><?xml version="1.0" encoding="utf-8"?>
<p:sld xmlns:p="http://schemas.openxmlformats.org/presentationml/2006/main" xmlns:a="http://schemas.openxmlformats.org/drawingml/2006/main">
  <p:cSld>
    <p:bg>
      <p:bgPr>
        <a:solidFill>
          <a:srgbClr val="F5F6F0"/>
        </a:solidFill>
      </p:bgPr>
    </p:bg>
    <p:spTree>
      <p:nvGrpSpPr>
        <p:cNvPr id="1" name=""/>
        <p:cNvGrpSpPr/>
        <p:nvPr/>
      </p:nvGrpSpPr>
      <p:grpSpPr>
        <a:xfrm>
          <a:off x="0" y="0"/>
          <a:ext cx="0" cy="0"/>
          <a:chOff x="0" y="0"/>
          <a:chExt cx="0" cy="0"/>
        </a:xfrm>
      </p:grpSpPr>
      <p:grpSp>
        <p:nvGrpSpPr>
          <p:cNvPr name="Group 2" id="2"/>
          <p:cNvGrpSpPr/>
          <p:nvPr/>
        </p:nvGrpSpPr>
        <p:grpSpPr>
          <a:xfrm rot="0">
            <a:off x="-741918" y="816185"/>
            <a:ext cx="1770618" cy="2356168"/>
            <a:chOff x="0" y="0"/>
            <a:chExt cx="2360824" cy="3141557"/>
          </a:xfrm>
        </p:grpSpPr>
        <p:grpSp>
          <p:nvGrpSpPr>
            <p:cNvPr name="Group 3" id="3"/>
            <p:cNvGrpSpPr/>
            <p:nvPr/>
          </p:nvGrpSpPr>
          <p:grpSpPr>
            <a:xfrm rot="0">
              <a:off x="0" y="0"/>
              <a:ext cx="2360824" cy="2210133"/>
              <a:chOff x="0" y="0"/>
              <a:chExt cx="596900" cy="558800"/>
            </a:xfrm>
          </p:grpSpPr>
          <p:sp>
            <p:nvSpPr>
              <p:cNvPr name="Freeform 4" id="4"/>
              <p:cNvSpPr/>
              <p:nvPr/>
            </p:nvSpPr>
            <p:spPr>
              <a:xfrm flipH="false" flipV="false" rot="0">
                <a:off x="0" y="0"/>
                <a:ext cx="596900" cy="558800"/>
              </a:xfrm>
              <a:custGeom>
                <a:avLst/>
                <a:gdLst/>
                <a:ahLst/>
                <a:cxnLst/>
                <a:rect r="r" b="b" t="t" l="l"/>
                <a:pathLst>
                  <a:path h="558800" w="596900">
                    <a:moveTo>
                      <a:pt x="596900" y="0"/>
                    </a:moveTo>
                    <a:lnTo>
                      <a:pt x="596900" y="304800"/>
                    </a:lnTo>
                    <a:lnTo>
                      <a:pt x="330200" y="558800"/>
                    </a:lnTo>
                    <a:lnTo>
                      <a:pt x="0" y="558800"/>
                    </a:lnTo>
                    <a:lnTo>
                      <a:pt x="0" y="248920"/>
                    </a:lnTo>
                    <a:lnTo>
                      <a:pt x="262890" y="0"/>
                    </a:lnTo>
                    <a:lnTo>
                      <a:pt x="596900" y="0"/>
                    </a:lnTo>
                    <a:close/>
                  </a:path>
                </a:pathLst>
              </a:custGeom>
              <a:solidFill>
                <a:srgbClr val="56D363"/>
              </a:solidFill>
              <a:ln w="28575" cap="sq">
                <a:solidFill>
                  <a:srgbClr val="000000"/>
                </a:solidFill>
                <a:prstDash val="solid"/>
                <a:miter/>
              </a:ln>
            </p:spPr>
          </p:sp>
          <p:sp>
            <p:nvSpPr>
              <p:cNvPr name="TextBox 5" id="5"/>
              <p:cNvSpPr txBox="true"/>
              <p:nvPr/>
            </p:nvSpPr>
            <p:spPr>
              <a:xfrm>
                <a:off x="101600" y="161925"/>
                <a:ext cx="393700" cy="264795"/>
              </a:xfrm>
              <a:prstGeom prst="rect">
                <a:avLst/>
              </a:prstGeom>
            </p:spPr>
            <p:txBody>
              <a:bodyPr anchor="ctr" rtlCol="false" tIns="50800" lIns="50800" bIns="50800" rIns="50800"/>
              <a:lstStyle/>
              <a:p>
                <a:pPr algn="ctr" marL="0" indent="0" lvl="0">
                  <a:lnSpc>
                    <a:spcPts val="2640"/>
                  </a:lnSpc>
                  <a:spcBef>
                    <a:spcPct val="0"/>
                  </a:spcBef>
                </a:pPr>
              </a:p>
            </p:txBody>
          </p:sp>
        </p:grpSp>
        <p:grpSp>
          <p:nvGrpSpPr>
            <p:cNvPr name="Group 6" id="6"/>
            <p:cNvGrpSpPr/>
            <p:nvPr/>
          </p:nvGrpSpPr>
          <p:grpSpPr>
            <a:xfrm rot="0">
              <a:off x="264514" y="1813412"/>
              <a:ext cx="1418701" cy="1328146"/>
              <a:chOff x="0" y="0"/>
              <a:chExt cx="596900" cy="558800"/>
            </a:xfrm>
          </p:grpSpPr>
          <p:sp>
            <p:nvSpPr>
              <p:cNvPr name="Freeform 7" id="7"/>
              <p:cNvSpPr/>
              <p:nvPr/>
            </p:nvSpPr>
            <p:spPr>
              <a:xfrm flipH="false" flipV="false" rot="0">
                <a:off x="0" y="0"/>
                <a:ext cx="596900" cy="558800"/>
              </a:xfrm>
              <a:custGeom>
                <a:avLst/>
                <a:gdLst/>
                <a:ahLst/>
                <a:cxnLst/>
                <a:rect r="r" b="b" t="t" l="l"/>
                <a:pathLst>
                  <a:path h="558800" w="596900">
                    <a:moveTo>
                      <a:pt x="596900" y="0"/>
                    </a:moveTo>
                    <a:lnTo>
                      <a:pt x="596900" y="304800"/>
                    </a:lnTo>
                    <a:lnTo>
                      <a:pt x="330200" y="558800"/>
                    </a:lnTo>
                    <a:lnTo>
                      <a:pt x="0" y="558800"/>
                    </a:lnTo>
                    <a:lnTo>
                      <a:pt x="0" y="248920"/>
                    </a:lnTo>
                    <a:lnTo>
                      <a:pt x="262890" y="0"/>
                    </a:lnTo>
                    <a:lnTo>
                      <a:pt x="596900" y="0"/>
                    </a:lnTo>
                    <a:close/>
                  </a:path>
                </a:pathLst>
              </a:custGeom>
              <a:solidFill>
                <a:srgbClr val="F5F6F0"/>
              </a:solidFill>
              <a:ln w="28575" cap="sq">
                <a:solidFill>
                  <a:srgbClr val="000000"/>
                </a:solidFill>
                <a:prstDash val="solid"/>
                <a:miter/>
              </a:ln>
            </p:spPr>
          </p:sp>
          <p:sp>
            <p:nvSpPr>
              <p:cNvPr name="TextBox 8" id="8"/>
              <p:cNvSpPr txBox="true"/>
              <p:nvPr/>
            </p:nvSpPr>
            <p:spPr>
              <a:xfrm>
                <a:off x="101600" y="161925"/>
                <a:ext cx="393700" cy="264795"/>
              </a:xfrm>
              <a:prstGeom prst="rect">
                <a:avLst/>
              </a:prstGeom>
            </p:spPr>
            <p:txBody>
              <a:bodyPr anchor="ctr" rtlCol="false" tIns="50800" lIns="50800" bIns="50800" rIns="50800"/>
              <a:lstStyle/>
              <a:p>
                <a:pPr algn="ctr" marL="0" indent="0" lvl="0">
                  <a:lnSpc>
                    <a:spcPts val="2640"/>
                  </a:lnSpc>
                  <a:spcBef>
                    <a:spcPct val="0"/>
                  </a:spcBef>
                </a:pPr>
              </a:p>
            </p:txBody>
          </p:sp>
        </p:grpSp>
      </p:grpSp>
      <p:grpSp>
        <p:nvGrpSpPr>
          <p:cNvPr name="Group 9" id="9"/>
          <p:cNvGrpSpPr/>
          <p:nvPr/>
        </p:nvGrpSpPr>
        <p:grpSpPr>
          <a:xfrm rot="0">
            <a:off x="15747219" y="9170704"/>
            <a:ext cx="3086100" cy="3086100"/>
            <a:chOff x="0" y="0"/>
            <a:chExt cx="558800" cy="558800"/>
          </a:xfrm>
        </p:grpSpPr>
        <p:sp>
          <p:nvSpPr>
            <p:cNvPr name="Freeform 10" id="10"/>
            <p:cNvSpPr/>
            <p:nvPr/>
          </p:nvSpPr>
          <p:spPr>
            <a:xfrm flipH="false" flipV="false" rot="0">
              <a:off x="0" y="0"/>
              <a:ext cx="558800" cy="558800"/>
            </a:xfrm>
            <a:custGeom>
              <a:avLst/>
              <a:gdLst/>
              <a:ahLst/>
              <a:cxnLst/>
              <a:rect r="r" b="b" t="t" l="l"/>
              <a:pathLst>
                <a:path h="558800" w="558800">
                  <a:moveTo>
                    <a:pt x="33042" y="234291"/>
                  </a:moveTo>
                  <a:cubicBezTo>
                    <a:pt x="49299" y="253840"/>
                    <a:pt x="49332" y="305706"/>
                    <a:pt x="33167" y="325331"/>
                  </a:cubicBezTo>
                  <a:cubicBezTo>
                    <a:pt x="12843" y="350003"/>
                    <a:pt x="669" y="381568"/>
                    <a:pt x="669" y="415884"/>
                  </a:cubicBezTo>
                  <a:cubicBezTo>
                    <a:pt x="669" y="495135"/>
                    <a:pt x="64865" y="558800"/>
                    <a:pt x="143251" y="558800"/>
                  </a:cubicBezTo>
                  <a:cubicBezTo>
                    <a:pt x="177745" y="558800"/>
                    <a:pt x="209318" y="546669"/>
                    <a:pt x="233976" y="526404"/>
                  </a:cubicBezTo>
                  <a:cubicBezTo>
                    <a:pt x="253647" y="510238"/>
                    <a:pt x="305827" y="510235"/>
                    <a:pt x="325498" y="526401"/>
                  </a:cubicBezTo>
                  <a:cubicBezTo>
                    <a:pt x="350157" y="546668"/>
                    <a:pt x="381730" y="558800"/>
                    <a:pt x="416232" y="558800"/>
                  </a:cubicBezTo>
                  <a:cubicBezTo>
                    <a:pt x="494618" y="558800"/>
                    <a:pt x="558800" y="495135"/>
                    <a:pt x="558800" y="415884"/>
                  </a:cubicBezTo>
                  <a:cubicBezTo>
                    <a:pt x="558800" y="381312"/>
                    <a:pt x="546247" y="349534"/>
                    <a:pt x="525581" y="324782"/>
                  </a:cubicBezTo>
                  <a:cubicBezTo>
                    <a:pt x="509342" y="305335"/>
                    <a:pt x="509342" y="254131"/>
                    <a:pt x="525556" y="234663"/>
                  </a:cubicBezTo>
                  <a:cubicBezTo>
                    <a:pt x="546238" y="209831"/>
                    <a:pt x="558800" y="177872"/>
                    <a:pt x="558800" y="142916"/>
                  </a:cubicBezTo>
                  <a:cubicBezTo>
                    <a:pt x="558800" y="64349"/>
                    <a:pt x="494618" y="0"/>
                    <a:pt x="416232" y="0"/>
                  </a:cubicBezTo>
                  <a:cubicBezTo>
                    <a:pt x="382027" y="0"/>
                    <a:pt x="350824" y="11865"/>
                    <a:pt x="326295" y="31724"/>
                  </a:cubicBezTo>
                  <a:cubicBezTo>
                    <a:pt x="306327" y="47891"/>
                    <a:pt x="252153" y="47709"/>
                    <a:pt x="232185" y="31544"/>
                  </a:cubicBezTo>
                  <a:cubicBezTo>
                    <a:pt x="207787" y="11793"/>
                    <a:pt x="176670" y="0"/>
                    <a:pt x="142568" y="0"/>
                  </a:cubicBezTo>
                  <a:cubicBezTo>
                    <a:pt x="64181" y="0"/>
                    <a:pt x="0" y="64349"/>
                    <a:pt x="0" y="142916"/>
                  </a:cubicBezTo>
                  <a:cubicBezTo>
                    <a:pt x="0" y="177697"/>
                    <a:pt x="12437" y="209512"/>
                    <a:pt x="33042" y="234291"/>
                  </a:cubicBezTo>
                  <a:close/>
                </a:path>
              </a:pathLst>
            </a:custGeom>
            <a:solidFill>
              <a:srgbClr val="F5F6F0"/>
            </a:solidFill>
            <a:ln w="28575" cap="sq">
              <a:solidFill>
                <a:srgbClr val="56D363"/>
              </a:solidFill>
              <a:prstDash val="solid"/>
              <a:miter/>
            </a:ln>
          </p:spPr>
        </p:sp>
        <p:sp>
          <p:nvSpPr>
            <p:cNvPr name="TextBox 11" id="11"/>
            <p:cNvSpPr txBox="true"/>
            <p:nvPr/>
          </p:nvSpPr>
          <p:spPr>
            <a:xfrm>
              <a:off x="44450" y="73025"/>
              <a:ext cx="469900" cy="441325"/>
            </a:xfrm>
            <a:prstGeom prst="rect">
              <a:avLst/>
            </a:prstGeom>
          </p:spPr>
          <p:txBody>
            <a:bodyPr anchor="ctr" rtlCol="false" tIns="50800" lIns="50800" bIns="50800" rIns="50800"/>
            <a:lstStyle/>
            <a:p>
              <a:pPr algn="ctr" marL="0" indent="0" lvl="0">
                <a:lnSpc>
                  <a:spcPts val="2640"/>
                </a:lnSpc>
                <a:spcBef>
                  <a:spcPct val="0"/>
                </a:spcBef>
              </a:pPr>
            </a:p>
          </p:txBody>
        </p:sp>
      </p:grpSp>
      <p:sp>
        <p:nvSpPr>
          <p:cNvPr name="TextBox 12" id="12"/>
          <p:cNvSpPr txBox="true"/>
          <p:nvPr/>
        </p:nvSpPr>
        <p:spPr>
          <a:xfrm rot="0">
            <a:off x="1521999" y="2089346"/>
            <a:ext cx="15768270" cy="6477452"/>
          </a:xfrm>
          <a:prstGeom prst="rect">
            <a:avLst/>
          </a:prstGeom>
        </p:spPr>
        <p:txBody>
          <a:bodyPr anchor="t" rtlCol="false" tIns="0" lIns="0" bIns="0" rIns="0">
            <a:spAutoFit/>
          </a:bodyPr>
          <a:lstStyle/>
          <a:p>
            <a:pPr algn="l" marL="724817" indent="-362408" lvl="1">
              <a:lnSpc>
                <a:spcPts val="4700"/>
              </a:lnSpc>
              <a:buFont typeface="Arial"/>
              <a:buChar char="•"/>
            </a:pPr>
            <a:r>
              <a:rPr lang="en-US" b="true" sz="3357" spc="-67" u="sng">
                <a:solidFill>
                  <a:srgbClr val="1A1A1A"/>
                </a:solidFill>
                <a:latin typeface="Nourd Bold"/>
                <a:ea typeface="Nourd Bold"/>
                <a:cs typeface="Nourd Bold"/>
                <a:sym typeface="Nourd Bold"/>
              </a:rPr>
              <a:t>Sendai Framework (2015-2030)</a:t>
            </a:r>
            <a:r>
              <a:rPr lang="en-US" sz="3357" spc="-67">
                <a:solidFill>
                  <a:srgbClr val="1A1A1A"/>
                </a:solidFill>
                <a:latin typeface="Nourd"/>
                <a:ea typeface="Nourd"/>
                <a:cs typeface="Nourd"/>
                <a:sym typeface="Nourd"/>
              </a:rPr>
              <a:t> is the Global agreement adopted by UN member states to reduce disaster impacts through proactive risk management, not just emergency response. </a:t>
            </a:r>
          </a:p>
          <a:p>
            <a:pPr algn="l" marL="724817" indent="-362408" lvl="1">
              <a:lnSpc>
                <a:spcPts val="4700"/>
              </a:lnSpc>
              <a:buFont typeface="Arial"/>
              <a:buChar char="•"/>
            </a:pPr>
            <a:r>
              <a:rPr lang="en-US" b="true" sz="3357" spc="-67" u="sng">
                <a:solidFill>
                  <a:srgbClr val="1A1A1A"/>
                </a:solidFill>
                <a:latin typeface="Nourd Bold"/>
                <a:ea typeface="Nourd Bold"/>
                <a:cs typeface="Nourd Bold"/>
                <a:sym typeface="Nourd Bold"/>
              </a:rPr>
              <a:t>Republic Act No. 10121,</a:t>
            </a:r>
            <a:r>
              <a:rPr lang="en-US" sz="3357" spc="-67">
                <a:solidFill>
                  <a:srgbClr val="1A1A1A"/>
                </a:solidFill>
                <a:latin typeface="Nourd"/>
                <a:ea typeface="Nourd"/>
                <a:cs typeface="Nourd"/>
                <a:sym typeface="Nourd"/>
              </a:rPr>
              <a:t> also known as the Philippine Disaster Risk Reduction and Management Act of 2010, is the core legal framework governing disaster management in the Philippines</a:t>
            </a:r>
          </a:p>
          <a:p>
            <a:pPr algn="l" marL="724817" indent="-362408" lvl="1">
              <a:lnSpc>
                <a:spcPts val="4700"/>
              </a:lnSpc>
              <a:buFont typeface="Arial"/>
              <a:buChar char="•"/>
            </a:pPr>
            <a:r>
              <a:rPr lang="en-US" b="true" sz="3357" spc="-67" u="sng">
                <a:solidFill>
                  <a:srgbClr val="1A1A1A"/>
                </a:solidFill>
                <a:latin typeface="Nourd Bold"/>
                <a:ea typeface="Nourd Bold"/>
                <a:cs typeface="Nourd Bold"/>
                <a:sym typeface="Nourd Bold"/>
              </a:rPr>
              <a:t>Operation L!STO</a:t>
            </a:r>
            <a:r>
              <a:rPr lang="en-US" sz="3357" spc="-67">
                <a:solidFill>
                  <a:srgbClr val="1A1A1A"/>
                </a:solidFill>
                <a:latin typeface="Nourd"/>
                <a:ea typeface="Nourd"/>
                <a:cs typeface="Nourd"/>
                <a:sym typeface="Nourd"/>
              </a:rPr>
              <a:t> is DILG and Local Government Academy initiative that strengthens local disaster preparedness through manuals and capacity development</a:t>
            </a:r>
          </a:p>
          <a:p>
            <a:pPr algn="l" marL="724817" indent="-362408" lvl="1">
              <a:lnSpc>
                <a:spcPts val="4700"/>
              </a:lnSpc>
              <a:buFont typeface="Arial"/>
              <a:buChar char="•"/>
            </a:pPr>
            <a:r>
              <a:rPr lang="en-US" sz="3357" spc="-67">
                <a:solidFill>
                  <a:srgbClr val="1A1A1A"/>
                </a:solidFill>
                <a:latin typeface="Nourd"/>
                <a:ea typeface="Nourd"/>
                <a:cs typeface="Nourd"/>
                <a:sym typeface="Nourd"/>
              </a:rPr>
              <a:t>The importance of data: for assistance and aid, for risk analysis, for planning, and for auditing</a:t>
            </a:r>
          </a:p>
        </p:txBody>
      </p:sp>
      <p:sp>
        <p:nvSpPr>
          <p:cNvPr name="TextBox 13" id="13"/>
          <p:cNvSpPr txBox="true"/>
          <p:nvPr/>
        </p:nvSpPr>
        <p:spPr>
          <a:xfrm rot="0">
            <a:off x="1788471" y="930485"/>
            <a:ext cx="13958749" cy="857885"/>
          </a:xfrm>
          <a:prstGeom prst="rect">
            <a:avLst/>
          </a:prstGeom>
        </p:spPr>
        <p:txBody>
          <a:bodyPr anchor="t" rtlCol="false" tIns="0" lIns="0" bIns="0" rIns="0">
            <a:spAutoFit/>
          </a:bodyPr>
          <a:lstStyle/>
          <a:p>
            <a:pPr algn="l" marL="0" indent="0" lvl="0">
              <a:lnSpc>
                <a:spcPts val="6399"/>
              </a:lnSpc>
              <a:spcBef>
                <a:spcPct val="0"/>
              </a:spcBef>
            </a:pPr>
            <a:r>
              <a:rPr lang="en-US" b="true" sz="6399">
                <a:solidFill>
                  <a:srgbClr val="000000"/>
                </a:solidFill>
                <a:latin typeface="Nourd Semi-Bold"/>
                <a:ea typeface="Nourd Semi-Bold"/>
                <a:cs typeface="Nourd Semi-Bold"/>
                <a:sym typeface="Nourd Semi-Bold"/>
              </a:rPr>
              <a:t>Motivations </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313" r="0" b="-9313"/>
            </a:stretch>
          </a:blipFill>
        </p:spPr>
      </p:sp>
      <p:grpSp>
        <p:nvGrpSpPr>
          <p:cNvPr name="Group 3" id="3"/>
          <p:cNvGrpSpPr/>
          <p:nvPr/>
        </p:nvGrpSpPr>
        <p:grpSpPr>
          <a:xfrm rot="0">
            <a:off x="1028700" y="2207326"/>
            <a:ext cx="14116942" cy="12676437"/>
            <a:chOff x="0" y="0"/>
            <a:chExt cx="622300" cy="558800"/>
          </a:xfrm>
        </p:grpSpPr>
        <p:sp>
          <p:nvSpPr>
            <p:cNvPr name="Freeform 4" id="4"/>
            <p:cNvSpPr/>
            <p:nvPr/>
          </p:nvSpPr>
          <p:spPr>
            <a:xfrm flipH="false" flipV="false" rot="0">
              <a:off x="0" y="0"/>
              <a:ext cx="622300" cy="558800"/>
            </a:xfrm>
            <a:custGeom>
              <a:avLst/>
              <a:gdLst/>
              <a:ahLst/>
              <a:cxnLst/>
              <a:rect r="r" b="b" t="t" l="l"/>
              <a:pathLst>
                <a:path h="558800" w="622300">
                  <a:moveTo>
                    <a:pt x="622300" y="139700"/>
                  </a:moveTo>
                  <a:cubicBezTo>
                    <a:pt x="622300" y="62495"/>
                    <a:pt x="559707" y="0"/>
                    <a:pt x="482742" y="0"/>
                  </a:cubicBezTo>
                  <a:lnTo>
                    <a:pt x="0" y="0"/>
                  </a:lnTo>
                  <a:lnTo>
                    <a:pt x="0" y="279400"/>
                  </a:lnTo>
                  <a:lnTo>
                    <a:pt x="139558" y="279400"/>
                  </a:lnTo>
                  <a:cubicBezTo>
                    <a:pt x="62431" y="279400"/>
                    <a:pt x="0" y="342057"/>
                    <a:pt x="0" y="419100"/>
                  </a:cubicBezTo>
                  <a:cubicBezTo>
                    <a:pt x="0" y="496305"/>
                    <a:pt x="62593" y="558800"/>
                    <a:pt x="139558" y="558800"/>
                  </a:cubicBezTo>
                  <a:lnTo>
                    <a:pt x="622137" y="558800"/>
                  </a:lnTo>
                  <a:lnTo>
                    <a:pt x="622137" y="279400"/>
                  </a:lnTo>
                  <a:lnTo>
                    <a:pt x="482580" y="279400"/>
                  </a:lnTo>
                  <a:cubicBezTo>
                    <a:pt x="559707" y="279400"/>
                    <a:pt x="622300" y="216743"/>
                    <a:pt x="622300" y="139700"/>
                  </a:cubicBezTo>
                  <a:close/>
                </a:path>
              </a:pathLst>
            </a:custGeom>
            <a:solidFill>
              <a:srgbClr val="F5F6F0"/>
            </a:solidFill>
          </p:spPr>
        </p:sp>
        <p:sp>
          <p:nvSpPr>
            <p:cNvPr name="TextBox 5" id="5"/>
            <p:cNvSpPr txBox="true"/>
            <p:nvPr/>
          </p:nvSpPr>
          <p:spPr>
            <a:xfrm>
              <a:off x="139700" y="28575"/>
              <a:ext cx="342900" cy="530225"/>
            </a:xfrm>
            <a:prstGeom prst="rect">
              <a:avLst/>
            </a:prstGeom>
          </p:spPr>
          <p:txBody>
            <a:bodyPr anchor="ctr" rtlCol="false" tIns="50800" lIns="50800" bIns="50800" rIns="50800"/>
            <a:lstStyle/>
            <a:p>
              <a:pPr algn="ctr">
                <a:lnSpc>
                  <a:spcPts val="2640"/>
                </a:lnSpc>
              </a:pPr>
            </a:p>
          </p:txBody>
        </p:sp>
      </p:grpSp>
      <p:sp>
        <p:nvSpPr>
          <p:cNvPr name="TextBox 6" id="6"/>
          <p:cNvSpPr txBox="true"/>
          <p:nvPr/>
        </p:nvSpPr>
        <p:spPr>
          <a:xfrm rot="0">
            <a:off x="2057910" y="4430034"/>
            <a:ext cx="7086090" cy="1632585"/>
          </a:xfrm>
          <a:prstGeom prst="rect">
            <a:avLst/>
          </a:prstGeom>
        </p:spPr>
        <p:txBody>
          <a:bodyPr anchor="t" rtlCol="false" tIns="0" lIns="0" bIns="0" rIns="0">
            <a:spAutoFit/>
          </a:bodyPr>
          <a:lstStyle/>
          <a:p>
            <a:pPr algn="l">
              <a:lnSpc>
                <a:spcPts val="13439"/>
              </a:lnSpc>
            </a:pPr>
            <a:r>
              <a:rPr lang="en-US" sz="9600">
                <a:solidFill>
                  <a:srgbClr val="000000"/>
                </a:solidFill>
                <a:latin typeface="Nourd"/>
                <a:ea typeface="Nourd"/>
                <a:cs typeface="Nourd"/>
                <a:sym typeface="Nourd"/>
              </a:rPr>
              <a:t>Status Quo</a:t>
            </a:r>
          </a:p>
        </p:txBody>
      </p:sp>
      <p:grpSp>
        <p:nvGrpSpPr>
          <p:cNvPr name="Group 7" id="7"/>
          <p:cNvGrpSpPr/>
          <p:nvPr/>
        </p:nvGrpSpPr>
        <p:grpSpPr>
          <a:xfrm rot="0">
            <a:off x="10753750" y="3819313"/>
            <a:ext cx="3025476" cy="3025476"/>
            <a:chOff x="0" y="0"/>
            <a:chExt cx="647700" cy="647700"/>
          </a:xfrm>
        </p:grpSpPr>
        <p:sp>
          <p:nvSpPr>
            <p:cNvPr name="Freeform 8" id="8"/>
            <p:cNvSpPr/>
            <p:nvPr/>
          </p:nvSpPr>
          <p:spPr>
            <a:xfrm flipH="false" flipV="false" rot="0">
              <a:off x="0" y="0"/>
              <a:ext cx="647700" cy="647700"/>
            </a:xfrm>
            <a:custGeom>
              <a:avLst/>
              <a:gdLst/>
              <a:ahLst/>
              <a:cxnLst/>
              <a:rect r="r" b="b" t="t" l="l"/>
              <a:pathLst>
                <a:path h="647700" w="647700">
                  <a:moveTo>
                    <a:pt x="477520" y="21590"/>
                  </a:moveTo>
                  <a:lnTo>
                    <a:pt x="374650" y="269240"/>
                  </a:lnTo>
                  <a:lnTo>
                    <a:pt x="623570" y="166370"/>
                  </a:lnTo>
                  <a:lnTo>
                    <a:pt x="647700" y="219710"/>
                  </a:lnTo>
                  <a:lnTo>
                    <a:pt x="397510" y="322580"/>
                  </a:lnTo>
                  <a:lnTo>
                    <a:pt x="647700" y="425450"/>
                  </a:lnTo>
                  <a:lnTo>
                    <a:pt x="623570" y="477520"/>
                  </a:lnTo>
                  <a:lnTo>
                    <a:pt x="374650" y="374650"/>
                  </a:lnTo>
                  <a:lnTo>
                    <a:pt x="477520" y="623570"/>
                  </a:lnTo>
                  <a:lnTo>
                    <a:pt x="425450" y="647700"/>
                  </a:lnTo>
                  <a:lnTo>
                    <a:pt x="322580" y="397510"/>
                  </a:lnTo>
                  <a:lnTo>
                    <a:pt x="219710" y="647700"/>
                  </a:lnTo>
                  <a:lnTo>
                    <a:pt x="167640" y="623570"/>
                  </a:lnTo>
                  <a:lnTo>
                    <a:pt x="269240" y="374650"/>
                  </a:lnTo>
                  <a:lnTo>
                    <a:pt x="21590" y="477520"/>
                  </a:lnTo>
                  <a:lnTo>
                    <a:pt x="0" y="425450"/>
                  </a:lnTo>
                  <a:lnTo>
                    <a:pt x="247650" y="322580"/>
                  </a:lnTo>
                  <a:lnTo>
                    <a:pt x="0" y="219710"/>
                  </a:lnTo>
                  <a:lnTo>
                    <a:pt x="21590" y="167640"/>
                  </a:lnTo>
                  <a:lnTo>
                    <a:pt x="269240" y="269240"/>
                  </a:lnTo>
                  <a:lnTo>
                    <a:pt x="167640" y="21590"/>
                  </a:lnTo>
                  <a:lnTo>
                    <a:pt x="219710" y="0"/>
                  </a:lnTo>
                  <a:lnTo>
                    <a:pt x="322580" y="247650"/>
                  </a:lnTo>
                  <a:lnTo>
                    <a:pt x="425450" y="0"/>
                  </a:lnTo>
                  <a:lnTo>
                    <a:pt x="477520" y="21590"/>
                  </a:lnTo>
                  <a:close/>
                </a:path>
              </a:pathLst>
            </a:custGeom>
            <a:solidFill>
              <a:srgbClr val="56D363"/>
            </a:solidFill>
            <a:ln w="28575" cap="sq">
              <a:solidFill>
                <a:srgbClr val="000000"/>
              </a:solidFill>
              <a:prstDash val="solid"/>
              <a:miter/>
            </a:ln>
          </p:spPr>
        </p:sp>
        <p:sp>
          <p:nvSpPr>
            <p:cNvPr name="TextBox 9" id="9"/>
            <p:cNvSpPr txBox="true"/>
            <p:nvPr/>
          </p:nvSpPr>
          <p:spPr>
            <a:xfrm>
              <a:off x="152400" y="180975"/>
              <a:ext cx="342900" cy="314325"/>
            </a:xfrm>
            <a:prstGeom prst="rect">
              <a:avLst/>
            </a:prstGeom>
          </p:spPr>
          <p:txBody>
            <a:bodyPr anchor="ctr" rtlCol="false" tIns="50800" lIns="50800" bIns="50800" rIns="50800"/>
            <a:lstStyle/>
            <a:p>
              <a:pPr algn="ctr" marL="0" indent="0" lvl="0">
                <a:lnSpc>
                  <a:spcPts val="2640"/>
                </a:lnSpc>
                <a:spcBef>
                  <a:spcPct val="0"/>
                </a:spcBef>
              </a:pPr>
            </a:p>
            <a:p>
              <a:pPr algn="ctr" marL="0" indent="0" lvl="0">
                <a:lnSpc>
                  <a:spcPts val="2640"/>
                </a:lnSpc>
                <a:spcBef>
                  <a:spcPct val="0"/>
                </a:spcBef>
              </a:pPr>
            </a:p>
          </p:txBody>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5F6F0"/>
        </a:solidFill>
      </p:bgPr>
    </p:bg>
    <p:spTree>
      <p:nvGrpSpPr>
        <p:cNvPr id="1" name=""/>
        <p:cNvGrpSpPr/>
        <p:nvPr/>
      </p:nvGrpSpPr>
      <p:grpSpPr>
        <a:xfrm>
          <a:off x="0" y="0"/>
          <a:ext cx="0" cy="0"/>
          <a:chOff x="0" y="0"/>
          <a:chExt cx="0" cy="0"/>
        </a:xfrm>
      </p:grpSpPr>
      <p:grpSp>
        <p:nvGrpSpPr>
          <p:cNvPr name="Group 2" id="2"/>
          <p:cNvGrpSpPr/>
          <p:nvPr/>
        </p:nvGrpSpPr>
        <p:grpSpPr>
          <a:xfrm rot="0">
            <a:off x="-741918" y="6473260"/>
            <a:ext cx="1770618" cy="2356168"/>
            <a:chOff x="0" y="0"/>
            <a:chExt cx="2360824" cy="3141557"/>
          </a:xfrm>
        </p:grpSpPr>
        <p:grpSp>
          <p:nvGrpSpPr>
            <p:cNvPr name="Group 3" id="3"/>
            <p:cNvGrpSpPr/>
            <p:nvPr/>
          </p:nvGrpSpPr>
          <p:grpSpPr>
            <a:xfrm rot="0">
              <a:off x="0" y="0"/>
              <a:ext cx="2360824" cy="2210133"/>
              <a:chOff x="0" y="0"/>
              <a:chExt cx="596900" cy="558800"/>
            </a:xfrm>
          </p:grpSpPr>
          <p:sp>
            <p:nvSpPr>
              <p:cNvPr name="Freeform 4" id="4"/>
              <p:cNvSpPr/>
              <p:nvPr/>
            </p:nvSpPr>
            <p:spPr>
              <a:xfrm flipH="false" flipV="false" rot="0">
                <a:off x="0" y="0"/>
                <a:ext cx="596900" cy="558800"/>
              </a:xfrm>
              <a:custGeom>
                <a:avLst/>
                <a:gdLst/>
                <a:ahLst/>
                <a:cxnLst/>
                <a:rect r="r" b="b" t="t" l="l"/>
                <a:pathLst>
                  <a:path h="558800" w="596900">
                    <a:moveTo>
                      <a:pt x="596900" y="0"/>
                    </a:moveTo>
                    <a:lnTo>
                      <a:pt x="596900" y="304800"/>
                    </a:lnTo>
                    <a:lnTo>
                      <a:pt x="330200" y="558800"/>
                    </a:lnTo>
                    <a:lnTo>
                      <a:pt x="0" y="558800"/>
                    </a:lnTo>
                    <a:lnTo>
                      <a:pt x="0" y="248920"/>
                    </a:lnTo>
                    <a:lnTo>
                      <a:pt x="262890" y="0"/>
                    </a:lnTo>
                    <a:lnTo>
                      <a:pt x="596900" y="0"/>
                    </a:lnTo>
                    <a:close/>
                  </a:path>
                </a:pathLst>
              </a:custGeom>
              <a:solidFill>
                <a:srgbClr val="56D363"/>
              </a:solidFill>
              <a:ln w="28575" cap="sq">
                <a:solidFill>
                  <a:srgbClr val="000000"/>
                </a:solidFill>
                <a:prstDash val="solid"/>
                <a:miter/>
              </a:ln>
            </p:spPr>
          </p:sp>
          <p:sp>
            <p:nvSpPr>
              <p:cNvPr name="TextBox 5" id="5"/>
              <p:cNvSpPr txBox="true"/>
              <p:nvPr/>
            </p:nvSpPr>
            <p:spPr>
              <a:xfrm>
                <a:off x="101600" y="161925"/>
                <a:ext cx="393700" cy="264795"/>
              </a:xfrm>
              <a:prstGeom prst="rect">
                <a:avLst/>
              </a:prstGeom>
            </p:spPr>
            <p:txBody>
              <a:bodyPr anchor="ctr" rtlCol="false" tIns="50800" lIns="50800" bIns="50800" rIns="50800"/>
              <a:lstStyle/>
              <a:p>
                <a:pPr algn="ctr" marL="0" indent="0" lvl="0">
                  <a:lnSpc>
                    <a:spcPts val="2640"/>
                  </a:lnSpc>
                  <a:spcBef>
                    <a:spcPct val="0"/>
                  </a:spcBef>
                </a:pPr>
              </a:p>
            </p:txBody>
          </p:sp>
        </p:grpSp>
        <p:grpSp>
          <p:nvGrpSpPr>
            <p:cNvPr name="Group 6" id="6"/>
            <p:cNvGrpSpPr/>
            <p:nvPr/>
          </p:nvGrpSpPr>
          <p:grpSpPr>
            <a:xfrm rot="0">
              <a:off x="264514" y="1813412"/>
              <a:ext cx="1418701" cy="1328146"/>
              <a:chOff x="0" y="0"/>
              <a:chExt cx="596900" cy="558800"/>
            </a:xfrm>
          </p:grpSpPr>
          <p:sp>
            <p:nvSpPr>
              <p:cNvPr name="Freeform 7" id="7"/>
              <p:cNvSpPr/>
              <p:nvPr/>
            </p:nvSpPr>
            <p:spPr>
              <a:xfrm flipH="false" flipV="false" rot="0">
                <a:off x="0" y="0"/>
                <a:ext cx="596900" cy="558800"/>
              </a:xfrm>
              <a:custGeom>
                <a:avLst/>
                <a:gdLst/>
                <a:ahLst/>
                <a:cxnLst/>
                <a:rect r="r" b="b" t="t" l="l"/>
                <a:pathLst>
                  <a:path h="558800" w="596900">
                    <a:moveTo>
                      <a:pt x="596900" y="0"/>
                    </a:moveTo>
                    <a:lnTo>
                      <a:pt x="596900" y="304800"/>
                    </a:lnTo>
                    <a:lnTo>
                      <a:pt x="330200" y="558800"/>
                    </a:lnTo>
                    <a:lnTo>
                      <a:pt x="0" y="558800"/>
                    </a:lnTo>
                    <a:lnTo>
                      <a:pt x="0" y="248920"/>
                    </a:lnTo>
                    <a:lnTo>
                      <a:pt x="262890" y="0"/>
                    </a:lnTo>
                    <a:lnTo>
                      <a:pt x="596900" y="0"/>
                    </a:lnTo>
                    <a:close/>
                  </a:path>
                </a:pathLst>
              </a:custGeom>
              <a:solidFill>
                <a:srgbClr val="F5F6F0"/>
              </a:solidFill>
              <a:ln w="28575" cap="sq">
                <a:solidFill>
                  <a:srgbClr val="000000"/>
                </a:solidFill>
                <a:prstDash val="solid"/>
                <a:miter/>
              </a:ln>
            </p:spPr>
          </p:sp>
          <p:sp>
            <p:nvSpPr>
              <p:cNvPr name="TextBox 8" id="8"/>
              <p:cNvSpPr txBox="true"/>
              <p:nvPr/>
            </p:nvSpPr>
            <p:spPr>
              <a:xfrm>
                <a:off x="101600" y="161925"/>
                <a:ext cx="393700" cy="264795"/>
              </a:xfrm>
              <a:prstGeom prst="rect">
                <a:avLst/>
              </a:prstGeom>
            </p:spPr>
            <p:txBody>
              <a:bodyPr anchor="ctr" rtlCol="false" tIns="50800" lIns="50800" bIns="50800" rIns="50800"/>
              <a:lstStyle/>
              <a:p>
                <a:pPr algn="ctr" marL="0" indent="0" lvl="0">
                  <a:lnSpc>
                    <a:spcPts val="2640"/>
                  </a:lnSpc>
                  <a:spcBef>
                    <a:spcPct val="0"/>
                  </a:spcBef>
                </a:pPr>
              </a:p>
            </p:txBody>
          </p:sp>
        </p:grpSp>
      </p:grpSp>
      <p:grpSp>
        <p:nvGrpSpPr>
          <p:cNvPr name="Group 9" id="9"/>
          <p:cNvGrpSpPr/>
          <p:nvPr/>
        </p:nvGrpSpPr>
        <p:grpSpPr>
          <a:xfrm rot="0">
            <a:off x="15716250" y="-1543050"/>
            <a:ext cx="3086100" cy="3086100"/>
            <a:chOff x="0" y="0"/>
            <a:chExt cx="558800" cy="558800"/>
          </a:xfrm>
        </p:grpSpPr>
        <p:sp>
          <p:nvSpPr>
            <p:cNvPr name="Freeform 10" id="10"/>
            <p:cNvSpPr/>
            <p:nvPr/>
          </p:nvSpPr>
          <p:spPr>
            <a:xfrm flipH="false" flipV="false" rot="0">
              <a:off x="0" y="0"/>
              <a:ext cx="558800" cy="558800"/>
            </a:xfrm>
            <a:custGeom>
              <a:avLst/>
              <a:gdLst/>
              <a:ahLst/>
              <a:cxnLst/>
              <a:rect r="r" b="b" t="t" l="l"/>
              <a:pathLst>
                <a:path h="558800" w="558800">
                  <a:moveTo>
                    <a:pt x="33042" y="234291"/>
                  </a:moveTo>
                  <a:cubicBezTo>
                    <a:pt x="49299" y="253840"/>
                    <a:pt x="49332" y="305706"/>
                    <a:pt x="33167" y="325331"/>
                  </a:cubicBezTo>
                  <a:cubicBezTo>
                    <a:pt x="12843" y="350003"/>
                    <a:pt x="669" y="381568"/>
                    <a:pt x="669" y="415884"/>
                  </a:cubicBezTo>
                  <a:cubicBezTo>
                    <a:pt x="669" y="495135"/>
                    <a:pt x="64865" y="558800"/>
                    <a:pt x="143251" y="558800"/>
                  </a:cubicBezTo>
                  <a:cubicBezTo>
                    <a:pt x="177745" y="558800"/>
                    <a:pt x="209318" y="546669"/>
                    <a:pt x="233976" y="526404"/>
                  </a:cubicBezTo>
                  <a:cubicBezTo>
                    <a:pt x="253647" y="510238"/>
                    <a:pt x="305827" y="510235"/>
                    <a:pt x="325498" y="526401"/>
                  </a:cubicBezTo>
                  <a:cubicBezTo>
                    <a:pt x="350157" y="546668"/>
                    <a:pt x="381730" y="558800"/>
                    <a:pt x="416232" y="558800"/>
                  </a:cubicBezTo>
                  <a:cubicBezTo>
                    <a:pt x="494618" y="558800"/>
                    <a:pt x="558800" y="495135"/>
                    <a:pt x="558800" y="415884"/>
                  </a:cubicBezTo>
                  <a:cubicBezTo>
                    <a:pt x="558800" y="381312"/>
                    <a:pt x="546247" y="349534"/>
                    <a:pt x="525581" y="324782"/>
                  </a:cubicBezTo>
                  <a:cubicBezTo>
                    <a:pt x="509342" y="305335"/>
                    <a:pt x="509342" y="254131"/>
                    <a:pt x="525556" y="234663"/>
                  </a:cubicBezTo>
                  <a:cubicBezTo>
                    <a:pt x="546238" y="209831"/>
                    <a:pt x="558800" y="177872"/>
                    <a:pt x="558800" y="142916"/>
                  </a:cubicBezTo>
                  <a:cubicBezTo>
                    <a:pt x="558800" y="64349"/>
                    <a:pt x="494618" y="0"/>
                    <a:pt x="416232" y="0"/>
                  </a:cubicBezTo>
                  <a:cubicBezTo>
                    <a:pt x="382027" y="0"/>
                    <a:pt x="350824" y="11865"/>
                    <a:pt x="326295" y="31724"/>
                  </a:cubicBezTo>
                  <a:cubicBezTo>
                    <a:pt x="306327" y="47891"/>
                    <a:pt x="252153" y="47709"/>
                    <a:pt x="232185" y="31544"/>
                  </a:cubicBezTo>
                  <a:cubicBezTo>
                    <a:pt x="207787" y="11793"/>
                    <a:pt x="176670" y="0"/>
                    <a:pt x="142568" y="0"/>
                  </a:cubicBezTo>
                  <a:cubicBezTo>
                    <a:pt x="64181" y="0"/>
                    <a:pt x="0" y="64349"/>
                    <a:pt x="0" y="142916"/>
                  </a:cubicBezTo>
                  <a:cubicBezTo>
                    <a:pt x="0" y="177697"/>
                    <a:pt x="12437" y="209512"/>
                    <a:pt x="33042" y="234291"/>
                  </a:cubicBezTo>
                  <a:close/>
                </a:path>
              </a:pathLst>
            </a:custGeom>
            <a:solidFill>
              <a:srgbClr val="F5F6F0"/>
            </a:solidFill>
            <a:ln w="28575" cap="sq">
              <a:solidFill>
                <a:srgbClr val="56D363"/>
              </a:solidFill>
              <a:prstDash val="solid"/>
              <a:miter/>
            </a:ln>
          </p:spPr>
        </p:sp>
        <p:sp>
          <p:nvSpPr>
            <p:cNvPr name="TextBox 11" id="11"/>
            <p:cNvSpPr txBox="true"/>
            <p:nvPr/>
          </p:nvSpPr>
          <p:spPr>
            <a:xfrm>
              <a:off x="44450" y="73025"/>
              <a:ext cx="469900" cy="441325"/>
            </a:xfrm>
            <a:prstGeom prst="rect">
              <a:avLst/>
            </a:prstGeom>
          </p:spPr>
          <p:txBody>
            <a:bodyPr anchor="ctr" rtlCol="false" tIns="50800" lIns="50800" bIns="50800" rIns="50800"/>
            <a:lstStyle/>
            <a:p>
              <a:pPr algn="ctr" marL="0" indent="0" lvl="0">
                <a:lnSpc>
                  <a:spcPts val="2640"/>
                </a:lnSpc>
                <a:spcBef>
                  <a:spcPct val="0"/>
                </a:spcBef>
              </a:pPr>
            </a:p>
          </p:txBody>
        </p:sp>
      </p:grpSp>
      <p:sp>
        <p:nvSpPr>
          <p:cNvPr name="Freeform 12" id="12"/>
          <p:cNvSpPr/>
          <p:nvPr/>
        </p:nvSpPr>
        <p:spPr>
          <a:xfrm flipH="false" flipV="false" rot="0">
            <a:off x="5166506" y="0"/>
            <a:ext cx="13253887" cy="11717116"/>
          </a:xfrm>
          <a:custGeom>
            <a:avLst/>
            <a:gdLst/>
            <a:ahLst/>
            <a:cxnLst/>
            <a:rect r="r" b="b" t="t" l="l"/>
            <a:pathLst>
              <a:path h="11717116" w="13253887">
                <a:moveTo>
                  <a:pt x="0" y="0"/>
                </a:moveTo>
                <a:lnTo>
                  <a:pt x="13253888" y="0"/>
                </a:lnTo>
                <a:lnTo>
                  <a:pt x="13253888" y="11717116"/>
                </a:lnTo>
                <a:lnTo>
                  <a:pt x="0" y="11717116"/>
                </a:lnTo>
                <a:lnTo>
                  <a:pt x="0" y="0"/>
                </a:lnTo>
                <a:close/>
              </a:path>
            </a:pathLst>
          </a:custGeom>
          <a:blipFill>
            <a:blip r:embed="rId2"/>
            <a:stretch>
              <a:fillRect l="0" t="-713" r="0" b="-713"/>
            </a:stretch>
          </a:blipFill>
        </p:spPr>
      </p:sp>
      <p:sp>
        <p:nvSpPr>
          <p:cNvPr name="TextBox 13" id="13"/>
          <p:cNvSpPr txBox="true"/>
          <p:nvPr/>
        </p:nvSpPr>
        <p:spPr>
          <a:xfrm rot="0">
            <a:off x="442244" y="1814650"/>
            <a:ext cx="5644417" cy="1667510"/>
          </a:xfrm>
          <a:prstGeom prst="rect">
            <a:avLst/>
          </a:prstGeom>
        </p:spPr>
        <p:txBody>
          <a:bodyPr anchor="t" rtlCol="false" tIns="0" lIns="0" bIns="0" rIns="0">
            <a:spAutoFit/>
          </a:bodyPr>
          <a:lstStyle/>
          <a:p>
            <a:pPr algn="l" marL="0" indent="0" lvl="0">
              <a:lnSpc>
                <a:spcPts val="6399"/>
              </a:lnSpc>
              <a:spcBef>
                <a:spcPct val="0"/>
              </a:spcBef>
            </a:pPr>
            <a:r>
              <a:rPr lang="en-US" b="true" sz="6399">
                <a:solidFill>
                  <a:srgbClr val="000000"/>
                </a:solidFill>
                <a:latin typeface="Nourd Semi-Bold"/>
                <a:ea typeface="Nourd Semi-Bold"/>
                <a:cs typeface="Nourd Semi-Bold"/>
                <a:sym typeface="Nourd Semi-Bold"/>
              </a:rPr>
              <a:t>Current Workflow</a:t>
            </a:r>
          </a:p>
        </p:txBody>
      </p:sp>
    </p:spTree>
  </p:cSld>
  <p:clrMapOvr>
    <a:masterClrMapping/>
  </p:clrMapOvr>
</p:sld>
</file>

<file path=ppt/slides/slide6.xml><?xml version="1.0" encoding="utf-8"?>
<p:sld xmlns:p="http://schemas.openxmlformats.org/presentationml/2006/main" xmlns:a="http://schemas.openxmlformats.org/drawingml/2006/main">
  <p:cSld>
    <p:bg>
      <p:bgPr>
        <a:solidFill>
          <a:srgbClr val="F5F6F0"/>
        </a:solidFill>
      </p:bgPr>
    </p:bg>
    <p:spTree>
      <p:nvGrpSpPr>
        <p:cNvPr id="1" name=""/>
        <p:cNvGrpSpPr/>
        <p:nvPr/>
      </p:nvGrpSpPr>
      <p:grpSpPr>
        <a:xfrm>
          <a:off x="0" y="0"/>
          <a:ext cx="0" cy="0"/>
          <a:chOff x="0" y="0"/>
          <a:chExt cx="0" cy="0"/>
        </a:xfrm>
      </p:grpSpPr>
      <p:grpSp>
        <p:nvGrpSpPr>
          <p:cNvPr name="Group 2" id="2"/>
          <p:cNvGrpSpPr/>
          <p:nvPr/>
        </p:nvGrpSpPr>
        <p:grpSpPr>
          <a:xfrm rot="0">
            <a:off x="-885309" y="5759409"/>
            <a:ext cx="1770618" cy="2356168"/>
            <a:chOff x="0" y="0"/>
            <a:chExt cx="2360824" cy="3141557"/>
          </a:xfrm>
        </p:grpSpPr>
        <p:grpSp>
          <p:nvGrpSpPr>
            <p:cNvPr name="Group 3" id="3"/>
            <p:cNvGrpSpPr/>
            <p:nvPr/>
          </p:nvGrpSpPr>
          <p:grpSpPr>
            <a:xfrm rot="0">
              <a:off x="0" y="0"/>
              <a:ext cx="2360824" cy="2210133"/>
              <a:chOff x="0" y="0"/>
              <a:chExt cx="596900" cy="558800"/>
            </a:xfrm>
          </p:grpSpPr>
          <p:sp>
            <p:nvSpPr>
              <p:cNvPr name="Freeform 4" id="4"/>
              <p:cNvSpPr/>
              <p:nvPr/>
            </p:nvSpPr>
            <p:spPr>
              <a:xfrm flipH="false" flipV="false" rot="0">
                <a:off x="0" y="0"/>
                <a:ext cx="596900" cy="558800"/>
              </a:xfrm>
              <a:custGeom>
                <a:avLst/>
                <a:gdLst/>
                <a:ahLst/>
                <a:cxnLst/>
                <a:rect r="r" b="b" t="t" l="l"/>
                <a:pathLst>
                  <a:path h="558800" w="596900">
                    <a:moveTo>
                      <a:pt x="596900" y="0"/>
                    </a:moveTo>
                    <a:lnTo>
                      <a:pt x="596900" y="304800"/>
                    </a:lnTo>
                    <a:lnTo>
                      <a:pt x="330200" y="558800"/>
                    </a:lnTo>
                    <a:lnTo>
                      <a:pt x="0" y="558800"/>
                    </a:lnTo>
                    <a:lnTo>
                      <a:pt x="0" y="248920"/>
                    </a:lnTo>
                    <a:lnTo>
                      <a:pt x="262890" y="0"/>
                    </a:lnTo>
                    <a:lnTo>
                      <a:pt x="596900" y="0"/>
                    </a:lnTo>
                    <a:close/>
                  </a:path>
                </a:pathLst>
              </a:custGeom>
              <a:solidFill>
                <a:srgbClr val="56D363"/>
              </a:solidFill>
              <a:ln w="28575" cap="sq">
                <a:solidFill>
                  <a:srgbClr val="000000"/>
                </a:solidFill>
                <a:prstDash val="solid"/>
                <a:miter/>
              </a:ln>
            </p:spPr>
          </p:sp>
          <p:sp>
            <p:nvSpPr>
              <p:cNvPr name="TextBox 5" id="5"/>
              <p:cNvSpPr txBox="true"/>
              <p:nvPr/>
            </p:nvSpPr>
            <p:spPr>
              <a:xfrm>
                <a:off x="101600" y="161925"/>
                <a:ext cx="393700" cy="264795"/>
              </a:xfrm>
              <a:prstGeom prst="rect">
                <a:avLst/>
              </a:prstGeom>
            </p:spPr>
            <p:txBody>
              <a:bodyPr anchor="ctr" rtlCol="false" tIns="50800" lIns="50800" bIns="50800" rIns="50800"/>
              <a:lstStyle/>
              <a:p>
                <a:pPr algn="ctr" marL="0" indent="0" lvl="0">
                  <a:lnSpc>
                    <a:spcPts val="2640"/>
                  </a:lnSpc>
                  <a:spcBef>
                    <a:spcPct val="0"/>
                  </a:spcBef>
                </a:pPr>
              </a:p>
            </p:txBody>
          </p:sp>
        </p:grpSp>
        <p:grpSp>
          <p:nvGrpSpPr>
            <p:cNvPr name="Group 6" id="6"/>
            <p:cNvGrpSpPr/>
            <p:nvPr/>
          </p:nvGrpSpPr>
          <p:grpSpPr>
            <a:xfrm rot="0">
              <a:off x="264514" y="1813412"/>
              <a:ext cx="1418701" cy="1328146"/>
              <a:chOff x="0" y="0"/>
              <a:chExt cx="596900" cy="558800"/>
            </a:xfrm>
          </p:grpSpPr>
          <p:sp>
            <p:nvSpPr>
              <p:cNvPr name="Freeform 7" id="7"/>
              <p:cNvSpPr/>
              <p:nvPr/>
            </p:nvSpPr>
            <p:spPr>
              <a:xfrm flipH="false" flipV="false" rot="0">
                <a:off x="0" y="0"/>
                <a:ext cx="596900" cy="558800"/>
              </a:xfrm>
              <a:custGeom>
                <a:avLst/>
                <a:gdLst/>
                <a:ahLst/>
                <a:cxnLst/>
                <a:rect r="r" b="b" t="t" l="l"/>
                <a:pathLst>
                  <a:path h="558800" w="596900">
                    <a:moveTo>
                      <a:pt x="596900" y="0"/>
                    </a:moveTo>
                    <a:lnTo>
                      <a:pt x="596900" y="304800"/>
                    </a:lnTo>
                    <a:lnTo>
                      <a:pt x="330200" y="558800"/>
                    </a:lnTo>
                    <a:lnTo>
                      <a:pt x="0" y="558800"/>
                    </a:lnTo>
                    <a:lnTo>
                      <a:pt x="0" y="248920"/>
                    </a:lnTo>
                    <a:lnTo>
                      <a:pt x="262890" y="0"/>
                    </a:lnTo>
                    <a:lnTo>
                      <a:pt x="596900" y="0"/>
                    </a:lnTo>
                    <a:close/>
                  </a:path>
                </a:pathLst>
              </a:custGeom>
              <a:solidFill>
                <a:srgbClr val="F5F6F0"/>
              </a:solidFill>
              <a:ln w="28575" cap="sq">
                <a:solidFill>
                  <a:srgbClr val="000000"/>
                </a:solidFill>
                <a:prstDash val="solid"/>
                <a:miter/>
              </a:ln>
            </p:spPr>
          </p:sp>
          <p:sp>
            <p:nvSpPr>
              <p:cNvPr name="TextBox 8" id="8"/>
              <p:cNvSpPr txBox="true"/>
              <p:nvPr/>
            </p:nvSpPr>
            <p:spPr>
              <a:xfrm>
                <a:off x="101600" y="161925"/>
                <a:ext cx="393700" cy="264795"/>
              </a:xfrm>
              <a:prstGeom prst="rect">
                <a:avLst/>
              </a:prstGeom>
            </p:spPr>
            <p:txBody>
              <a:bodyPr anchor="ctr" rtlCol="false" tIns="50800" lIns="50800" bIns="50800" rIns="50800"/>
              <a:lstStyle/>
              <a:p>
                <a:pPr algn="ctr" marL="0" indent="0" lvl="0">
                  <a:lnSpc>
                    <a:spcPts val="2640"/>
                  </a:lnSpc>
                  <a:spcBef>
                    <a:spcPct val="0"/>
                  </a:spcBef>
                </a:pPr>
              </a:p>
            </p:txBody>
          </p:sp>
        </p:grpSp>
      </p:grpSp>
      <p:grpSp>
        <p:nvGrpSpPr>
          <p:cNvPr name="Group 9" id="9"/>
          <p:cNvGrpSpPr/>
          <p:nvPr/>
        </p:nvGrpSpPr>
        <p:grpSpPr>
          <a:xfrm rot="-2996274">
            <a:off x="17236764" y="2042256"/>
            <a:ext cx="3086100" cy="3086100"/>
            <a:chOff x="0" y="0"/>
            <a:chExt cx="558800" cy="558800"/>
          </a:xfrm>
        </p:grpSpPr>
        <p:sp>
          <p:nvSpPr>
            <p:cNvPr name="Freeform 10" id="10"/>
            <p:cNvSpPr/>
            <p:nvPr/>
          </p:nvSpPr>
          <p:spPr>
            <a:xfrm flipH="false" flipV="false" rot="0">
              <a:off x="0" y="0"/>
              <a:ext cx="558800" cy="558800"/>
            </a:xfrm>
            <a:custGeom>
              <a:avLst/>
              <a:gdLst/>
              <a:ahLst/>
              <a:cxnLst/>
              <a:rect r="r" b="b" t="t" l="l"/>
              <a:pathLst>
                <a:path h="558800" w="558800">
                  <a:moveTo>
                    <a:pt x="33042" y="234291"/>
                  </a:moveTo>
                  <a:cubicBezTo>
                    <a:pt x="49299" y="253840"/>
                    <a:pt x="49332" y="305706"/>
                    <a:pt x="33167" y="325331"/>
                  </a:cubicBezTo>
                  <a:cubicBezTo>
                    <a:pt x="12843" y="350003"/>
                    <a:pt x="669" y="381568"/>
                    <a:pt x="669" y="415884"/>
                  </a:cubicBezTo>
                  <a:cubicBezTo>
                    <a:pt x="669" y="495135"/>
                    <a:pt x="64865" y="558800"/>
                    <a:pt x="143251" y="558800"/>
                  </a:cubicBezTo>
                  <a:cubicBezTo>
                    <a:pt x="177745" y="558800"/>
                    <a:pt x="209318" y="546669"/>
                    <a:pt x="233976" y="526404"/>
                  </a:cubicBezTo>
                  <a:cubicBezTo>
                    <a:pt x="253647" y="510238"/>
                    <a:pt x="305827" y="510235"/>
                    <a:pt x="325498" y="526401"/>
                  </a:cubicBezTo>
                  <a:cubicBezTo>
                    <a:pt x="350157" y="546668"/>
                    <a:pt x="381730" y="558800"/>
                    <a:pt x="416232" y="558800"/>
                  </a:cubicBezTo>
                  <a:cubicBezTo>
                    <a:pt x="494618" y="558800"/>
                    <a:pt x="558800" y="495135"/>
                    <a:pt x="558800" y="415884"/>
                  </a:cubicBezTo>
                  <a:cubicBezTo>
                    <a:pt x="558800" y="381312"/>
                    <a:pt x="546247" y="349534"/>
                    <a:pt x="525581" y="324782"/>
                  </a:cubicBezTo>
                  <a:cubicBezTo>
                    <a:pt x="509342" y="305335"/>
                    <a:pt x="509342" y="254131"/>
                    <a:pt x="525556" y="234663"/>
                  </a:cubicBezTo>
                  <a:cubicBezTo>
                    <a:pt x="546238" y="209831"/>
                    <a:pt x="558800" y="177872"/>
                    <a:pt x="558800" y="142916"/>
                  </a:cubicBezTo>
                  <a:cubicBezTo>
                    <a:pt x="558800" y="64349"/>
                    <a:pt x="494618" y="0"/>
                    <a:pt x="416232" y="0"/>
                  </a:cubicBezTo>
                  <a:cubicBezTo>
                    <a:pt x="382027" y="0"/>
                    <a:pt x="350824" y="11865"/>
                    <a:pt x="326295" y="31724"/>
                  </a:cubicBezTo>
                  <a:cubicBezTo>
                    <a:pt x="306327" y="47891"/>
                    <a:pt x="252153" y="47709"/>
                    <a:pt x="232185" y="31544"/>
                  </a:cubicBezTo>
                  <a:cubicBezTo>
                    <a:pt x="207787" y="11793"/>
                    <a:pt x="176670" y="0"/>
                    <a:pt x="142568" y="0"/>
                  </a:cubicBezTo>
                  <a:cubicBezTo>
                    <a:pt x="64181" y="0"/>
                    <a:pt x="0" y="64349"/>
                    <a:pt x="0" y="142916"/>
                  </a:cubicBezTo>
                  <a:cubicBezTo>
                    <a:pt x="0" y="177697"/>
                    <a:pt x="12437" y="209512"/>
                    <a:pt x="33042" y="234291"/>
                  </a:cubicBezTo>
                  <a:close/>
                </a:path>
              </a:pathLst>
            </a:custGeom>
            <a:solidFill>
              <a:srgbClr val="F5F6F0"/>
            </a:solidFill>
            <a:ln w="28575" cap="sq">
              <a:solidFill>
                <a:srgbClr val="56D363"/>
              </a:solidFill>
              <a:prstDash val="solid"/>
              <a:miter/>
            </a:ln>
          </p:spPr>
        </p:sp>
        <p:sp>
          <p:nvSpPr>
            <p:cNvPr name="TextBox 11" id="11"/>
            <p:cNvSpPr txBox="true"/>
            <p:nvPr/>
          </p:nvSpPr>
          <p:spPr>
            <a:xfrm>
              <a:off x="44450" y="73025"/>
              <a:ext cx="469900" cy="441325"/>
            </a:xfrm>
            <a:prstGeom prst="rect">
              <a:avLst/>
            </a:prstGeom>
          </p:spPr>
          <p:txBody>
            <a:bodyPr anchor="ctr" rtlCol="false" tIns="50800" lIns="50800" bIns="50800" rIns="50800"/>
            <a:lstStyle/>
            <a:p>
              <a:pPr algn="ctr" marL="0" indent="0" lvl="0">
                <a:lnSpc>
                  <a:spcPts val="2640"/>
                </a:lnSpc>
                <a:spcBef>
                  <a:spcPct val="0"/>
                </a:spcBef>
              </a:pPr>
            </a:p>
          </p:txBody>
        </p:sp>
      </p:grpSp>
      <p:sp>
        <p:nvSpPr>
          <p:cNvPr name="TextBox 12" id="12"/>
          <p:cNvSpPr txBox="true"/>
          <p:nvPr/>
        </p:nvSpPr>
        <p:spPr>
          <a:xfrm rot="0">
            <a:off x="1181100" y="837565"/>
            <a:ext cx="15273689" cy="857885"/>
          </a:xfrm>
          <a:prstGeom prst="rect">
            <a:avLst/>
          </a:prstGeom>
        </p:spPr>
        <p:txBody>
          <a:bodyPr anchor="t" rtlCol="false" tIns="0" lIns="0" bIns="0" rIns="0">
            <a:spAutoFit/>
          </a:bodyPr>
          <a:lstStyle/>
          <a:p>
            <a:pPr algn="l" marL="0" indent="0" lvl="0">
              <a:lnSpc>
                <a:spcPts val="6399"/>
              </a:lnSpc>
              <a:spcBef>
                <a:spcPct val="0"/>
              </a:spcBef>
            </a:pPr>
            <a:r>
              <a:rPr lang="en-US" b="true" sz="6399">
                <a:solidFill>
                  <a:srgbClr val="000000"/>
                </a:solidFill>
                <a:latin typeface="Nourd Semi-Bold"/>
                <a:ea typeface="Nourd Semi-Bold"/>
                <a:cs typeface="Nourd Semi-Bold"/>
                <a:sym typeface="Nourd Semi-Bold"/>
              </a:rPr>
              <a:t>Problem Statement</a:t>
            </a:r>
          </a:p>
        </p:txBody>
      </p:sp>
      <p:sp>
        <p:nvSpPr>
          <p:cNvPr name="TextBox 13" id="13"/>
          <p:cNvSpPr txBox="true"/>
          <p:nvPr/>
        </p:nvSpPr>
        <p:spPr>
          <a:xfrm rot="0">
            <a:off x="2070100" y="3518631"/>
            <a:ext cx="5019750" cy="571952"/>
          </a:xfrm>
          <a:prstGeom prst="rect">
            <a:avLst/>
          </a:prstGeom>
        </p:spPr>
        <p:txBody>
          <a:bodyPr anchor="t" rtlCol="false" tIns="0" lIns="0" bIns="0" rIns="0">
            <a:spAutoFit/>
          </a:bodyPr>
          <a:lstStyle/>
          <a:p>
            <a:pPr algn="l" marL="724817" indent="-362408" lvl="1">
              <a:lnSpc>
                <a:spcPts val="4700"/>
              </a:lnSpc>
              <a:buFont typeface="Arial"/>
              <a:buChar char="•"/>
            </a:pPr>
            <a:r>
              <a:rPr lang="en-US" sz="3357" spc="-67">
                <a:solidFill>
                  <a:srgbClr val="1A1A1A"/>
                </a:solidFill>
                <a:latin typeface="Nourd"/>
                <a:ea typeface="Nourd"/>
                <a:cs typeface="Nourd"/>
                <a:sym typeface="Nourd"/>
              </a:rPr>
              <a:t>Communication Delay</a:t>
            </a:r>
          </a:p>
        </p:txBody>
      </p:sp>
      <p:sp>
        <p:nvSpPr>
          <p:cNvPr name="TextBox 14" id="14"/>
          <p:cNvSpPr txBox="true"/>
          <p:nvPr/>
        </p:nvSpPr>
        <p:spPr>
          <a:xfrm rot="0">
            <a:off x="2070100" y="5144820"/>
            <a:ext cx="6870322" cy="1162502"/>
          </a:xfrm>
          <a:prstGeom prst="rect">
            <a:avLst/>
          </a:prstGeom>
        </p:spPr>
        <p:txBody>
          <a:bodyPr anchor="t" rtlCol="false" tIns="0" lIns="0" bIns="0" rIns="0">
            <a:spAutoFit/>
          </a:bodyPr>
          <a:lstStyle/>
          <a:p>
            <a:pPr algn="l" marL="724817" indent="-362408" lvl="1">
              <a:lnSpc>
                <a:spcPts val="4700"/>
              </a:lnSpc>
              <a:buFont typeface="Arial"/>
              <a:buChar char="•"/>
            </a:pPr>
            <a:r>
              <a:rPr lang="en-US" sz="3357" spc="-67">
                <a:solidFill>
                  <a:srgbClr val="1A1A1A"/>
                </a:solidFill>
                <a:latin typeface="Nourd"/>
                <a:ea typeface="Nourd"/>
                <a:cs typeface="Nourd"/>
                <a:sym typeface="Nourd"/>
              </a:rPr>
              <a:t>Time-consuming record management</a:t>
            </a:r>
          </a:p>
        </p:txBody>
      </p:sp>
      <p:sp>
        <p:nvSpPr>
          <p:cNvPr name="TextBox 15" id="15"/>
          <p:cNvSpPr txBox="true"/>
          <p:nvPr/>
        </p:nvSpPr>
        <p:spPr>
          <a:xfrm rot="0">
            <a:off x="9144000" y="3518631"/>
            <a:ext cx="6870322" cy="571952"/>
          </a:xfrm>
          <a:prstGeom prst="rect">
            <a:avLst/>
          </a:prstGeom>
        </p:spPr>
        <p:txBody>
          <a:bodyPr anchor="t" rtlCol="false" tIns="0" lIns="0" bIns="0" rIns="0">
            <a:spAutoFit/>
          </a:bodyPr>
          <a:lstStyle/>
          <a:p>
            <a:pPr algn="l" marL="724817" indent="-362408" lvl="1">
              <a:lnSpc>
                <a:spcPts val="4700"/>
              </a:lnSpc>
              <a:buFont typeface="Arial"/>
              <a:buChar char="•"/>
            </a:pPr>
            <a:r>
              <a:rPr lang="en-US" sz="3357" spc="-67">
                <a:solidFill>
                  <a:srgbClr val="1A1A1A"/>
                </a:solidFill>
                <a:latin typeface="Nourd"/>
                <a:ea typeface="Nourd"/>
                <a:cs typeface="Nourd"/>
                <a:sym typeface="Nourd"/>
              </a:rPr>
              <a:t>Limited data sharing</a:t>
            </a:r>
          </a:p>
        </p:txBody>
      </p:sp>
      <p:sp>
        <p:nvSpPr>
          <p:cNvPr name="TextBox 16" id="16"/>
          <p:cNvSpPr txBox="true"/>
          <p:nvPr/>
        </p:nvSpPr>
        <p:spPr>
          <a:xfrm rot="0">
            <a:off x="9144000" y="5144820"/>
            <a:ext cx="6870322" cy="571952"/>
          </a:xfrm>
          <a:prstGeom prst="rect">
            <a:avLst/>
          </a:prstGeom>
        </p:spPr>
        <p:txBody>
          <a:bodyPr anchor="t" rtlCol="false" tIns="0" lIns="0" bIns="0" rIns="0">
            <a:spAutoFit/>
          </a:bodyPr>
          <a:lstStyle/>
          <a:p>
            <a:pPr algn="l" marL="724817" indent="-362408" lvl="1">
              <a:lnSpc>
                <a:spcPts val="4700"/>
              </a:lnSpc>
              <a:buFont typeface="Arial"/>
              <a:buChar char="•"/>
            </a:pPr>
            <a:r>
              <a:rPr lang="en-US" sz="3357" spc="-67">
                <a:solidFill>
                  <a:srgbClr val="1A1A1A"/>
                </a:solidFill>
                <a:latin typeface="Nourd"/>
                <a:ea typeface="Nourd"/>
                <a:cs typeface="Nourd"/>
                <a:sym typeface="Nourd"/>
              </a:rPr>
              <a:t>Inefficient verification</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313" r="0" b="-9313"/>
            </a:stretch>
          </a:blipFill>
        </p:spPr>
      </p:sp>
      <p:grpSp>
        <p:nvGrpSpPr>
          <p:cNvPr name="Group 3" id="3"/>
          <p:cNvGrpSpPr/>
          <p:nvPr/>
        </p:nvGrpSpPr>
        <p:grpSpPr>
          <a:xfrm rot="0">
            <a:off x="1028700" y="1028700"/>
            <a:ext cx="16230600" cy="10972082"/>
            <a:chOff x="0" y="0"/>
            <a:chExt cx="826612" cy="558800"/>
          </a:xfrm>
        </p:grpSpPr>
        <p:sp>
          <p:nvSpPr>
            <p:cNvPr name="Freeform 4" id="4"/>
            <p:cNvSpPr/>
            <p:nvPr/>
          </p:nvSpPr>
          <p:spPr>
            <a:xfrm flipH="false" flipV="false" rot="0">
              <a:off x="0" y="0"/>
              <a:ext cx="826612" cy="558800"/>
            </a:xfrm>
            <a:custGeom>
              <a:avLst/>
              <a:gdLst/>
              <a:ahLst/>
              <a:cxnLst/>
              <a:rect r="r" b="b" t="t" l="l"/>
              <a:pathLst>
                <a:path h="558800" w="826612">
                  <a:moveTo>
                    <a:pt x="826612" y="0"/>
                  </a:moveTo>
                  <a:lnTo>
                    <a:pt x="826612" y="304800"/>
                  </a:lnTo>
                  <a:lnTo>
                    <a:pt x="457275" y="558800"/>
                  </a:lnTo>
                  <a:lnTo>
                    <a:pt x="0" y="558800"/>
                  </a:lnTo>
                  <a:lnTo>
                    <a:pt x="0" y="248920"/>
                  </a:lnTo>
                  <a:lnTo>
                    <a:pt x="364061" y="0"/>
                  </a:lnTo>
                  <a:lnTo>
                    <a:pt x="826612" y="0"/>
                  </a:lnTo>
                  <a:close/>
                </a:path>
              </a:pathLst>
            </a:custGeom>
            <a:solidFill>
              <a:srgbClr val="56D363"/>
            </a:solidFill>
            <a:ln w="28575" cap="sq">
              <a:solidFill>
                <a:srgbClr val="000000"/>
              </a:solidFill>
              <a:prstDash val="solid"/>
              <a:miter/>
            </a:ln>
          </p:spPr>
        </p:sp>
        <p:sp>
          <p:nvSpPr>
            <p:cNvPr name="TextBox 5" id="5"/>
            <p:cNvSpPr txBox="true"/>
            <p:nvPr/>
          </p:nvSpPr>
          <p:spPr>
            <a:xfrm>
              <a:off x="140700" y="161925"/>
              <a:ext cx="545212" cy="264795"/>
            </a:xfrm>
            <a:prstGeom prst="rect">
              <a:avLst/>
            </a:prstGeom>
          </p:spPr>
          <p:txBody>
            <a:bodyPr anchor="ctr" rtlCol="false" tIns="50800" lIns="50800" bIns="50800" rIns="50800"/>
            <a:lstStyle/>
            <a:p>
              <a:pPr algn="ctr" marL="0" indent="0" lvl="0">
                <a:lnSpc>
                  <a:spcPts val="2640"/>
                </a:lnSpc>
                <a:spcBef>
                  <a:spcPct val="0"/>
                </a:spcBef>
              </a:pPr>
            </a:p>
          </p:txBody>
        </p:sp>
      </p:grpSp>
      <p:sp>
        <p:nvSpPr>
          <p:cNvPr name="TextBox 6" id="6"/>
          <p:cNvSpPr txBox="true"/>
          <p:nvPr/>
        </p:nvSpPr>
        <p:spPr>
          <a:xfrm rot="0">
            <a:off x="7624652" y="3968927"/>
            <a:ext cx="9073857" cy="1632585"/>
          </a:xfrm>
          <a:prstGeom prst="rect">
            <a:avLst/>
          </a:prstGeom>
        </p:spPr>
        <p:txBody>
          <a:bodyPr anchor="t" rtlCol="false" tIns="0" lIns="0" bIns="0" rIns="0">
            <a:spAutoFit/>
          </a:bodyPr>
          <a:lstStyle/>
          <a:p>
            <a:pPr algn="r">
              <a:lnSpc>
                <a:spcPts val="13439"/>
              </a:lnSpc>
            </a:pPr>
            <a:r>
              <a:rPr lang="en-US" sz="9600">
                <a:solidFill>
                  <a:srgbClr val="000000"/>
                </a:solidFill>
                <a:latin typeface="Nourd"/>
                <a:ea typeface="Nourd"/>
                <a:cs typeface="Nourd"/>
                <a:sym typeface="Nourd"/>
              </a:rPr>
              <a:t>The Possibility</a:t>
            </a:r>
          </a:p>
        </p:txBody>
      </p:sp>
      <p:grpSp>
        <p:nvGrpSpPr>
          <p:cNvPr name="Group 7" id="7"/>
          <p:cNvGrpSpPr/>
          <p:nvPr/>
        </p:nvGrpSpPr>
        <p:grpSpPr>
          <a:xfrm rot="-2104736">
            <a:off x="-4649281" y="4357478"/>
            <a:ext cx="9703680" cy="1572043"/>
            <a:chOff x="0" y="0"/>
            <a:chExt cx="4614007" cy="747492"/>
          </a:xfrm>
        </p:grpSpPr>
        <p:sp>
          <p:nvSpPr>
            <p:cNvPr name="Freeform 8" id="8"/>
            <p:cNvSpPr/>
            <p:nvPr/>
          </p:nvSpPr>
          <p:spPr>
            <a:xfrm flipH="false" flipV="false" rot="0">
              <a:off x="0" y="0"/>
              <a:ext cx="4614007" cy="747492"/>
            </a:xfrm>
            <a:custGeom>
              <a:avLst/>
              <a:gdLst/>
              <a:ahLst/>
              <a:cxnLst/>
              <a:rect r="r" b="b" t="t" l="l"/>
              <a:pathLst>
                <a:path h="747492" w="4614007">
                  <a:moveTo>
                    <a:pt x="4614007" y="373746"/>
                  </a:moveTo>
                  <a:lnTo>
                    <a:pt x="4207607" y="0"/>
                  </a:lnTo>
                  <a:lnTo>
                    <a:pt x="4207607" y="203200"/>
                  </a:lnTo>
                  <a:lnTo>
                    <a:pt x="0" y="203200"/>
                  </a:lnTo>
                  <a:lnTo>
                    <a:pt x="0" y="544292"/>
                  </a:lnTo>
                  <a:lnTo>
                    <a:pt x="4207607" y="544292"/>
                  </a:lnTo>
                  <a:lnTo>
                    <a:pt x="4207607" y="747492"/>
                  </a:lnTo>
                  <a:lnTo>
                    <a:pt x="4614007" y="373746"/>
                  </a:lnTo>
                  <a:close/>
                </a:path>
              </a:pathLst>
            </a:custGeom>
            <a:solidFill>
              <a:srgbClr val="56D363"/>
            </a:solidFill>
            <a:ln w="28575" cap="sq">
              <a:solidFill>
                <a:srgbClr val="000000"/>
              </a:solidFill>
              <a:prstDash val="solid"/>
              <a:miter/>
            </a:ln>
          </p:spPr>
        </p:sp>
        <p:sp>
          <p:nvSpPr>
            <p:cNvPr name="TextBox 9" id="9"/>
            <p:cNvSpPr txBox="true"/>
            <p:nvPr/>
          </p:nvSpPr>
          <p:spPr>
            <a:xfrm>
              <a:off x="0" y="231775"/>
              <a:ext cx="4512407" cy="312517"/>
            </a:xfrm>
            <a:prstGeom prst="rect">
              <a:avLst/>
            </a:prstGeom>
          </p:spPr>
          <p:txBody>
            <a:bodyPr anchor="ctr" rtlCol="false" tIns="50800" lIns="50800" bIns="50800" rIns="50800"/>
            <a:lstStyle/>
            <a:p>
              <a:pPr algn="ctr">
                <a:lnSpc>
                  <a:spcPts val="2640"/>
                </a:lnSpc>
              </a:pPr>
            </a:p>
          </p:txBody>
        </p:sp>
      </p:grpSp>
      <p:grpSp>
        <p:nvGrpSpPr>
          <p:cNvPr name="Group 10" id="10"/>
          <p:cNvGrpSpPr/>
          <p:nvPr/>
        </p:nvGrpSpPr>
        <p:grpSpPr>
          <a:xfrm rot="-2104736">
            <a:off x="-2263931" y="7705702"/>
            <a:ext cx="9703680" cy="1572043"/>
            <a:chOff x="0" y="0"/>
            <a:chExt cx="4614007" cy="747492"/>
          </a:xfrm>
        </p:grpSpPr>
        <p:sp>
          <p:nvSpPr>
            <p:cNvPr name="Freeform 11" id="11"/>
            <p:cNvSpPr/>
            <p:nvPr/>
          </p:nvSpPr>
          <p:spPr>
            <a:xfrm flipH="false" flipV="false" rot="0">
              <a:off x="0" y="0"/>
              <a:ext cx="4614007" cy="747492"/>
            </a:xfrm>
            <a:custGeom>
              <a:avLst/>
              <a:gdLst/>
              <a:ahLst/>
              <a:cxnLst/>
              <a:rect r="r" b="b" t="t" l="l"/>
              <a:pathLst>
                <a:path h="747492" w="4614007">
                  <a:moveTo>
                    <a:pt x="4614007" y="373746"/>
                  </a:moveTo>
                  <a:lnTo>
                    <a:pt x="4207607" y="0"/>
                  </a:lnTo>
                  <a:lnTo>
                    <a:pt x="4207607" y="203200"/>
                  </a:lnTo>
                  <a:lnTo>
                    <a:pt x="0" y="203200"/>
                  </a:lnTo>
                  <a:lnTo>
                    <a:pt x="0" y="544292"/>
                  </a:lnTo>
                  <a:lnTo>
                    <a:pt x="4207607" y="544292"/>
                  </a:lnTo>
                  <a:lnTo>
                    <a:pt x="4207607" y="747492"/>
                  </a:lnTo>
                  <a:lnTo>
                    <a:pt x="4614007" y="373746"/>
                  </a:lnTo>
                  <a:close/>
                </a:path>
              </a:pathLst>
            </a:custGeom>
            <a:solidFill>
              <a:srgbClr val="F5F6F0"/>
            </a:solidFill>
            <a:ln w="28575" cap="sq">
              <a:solidFill>
                <a:srgbClr val="000000"/>
              </a:solidFill>
              <a:prstDash val="solid"/>
              <a:miter/>
            </a:ln>
          </p:spPr>
        </p:sp>
        <p:sp>
          <p:nvSpPr>
            <p:cNvPr name="TextBox 12" id="12"/>
            <p:cNvSpPr txBox="true"/>
            <p:nvPr/>
          </p:nvSpPr>
          <p:spPr>
            <a:xfrm>
              <a:off x="0" y="231775"/>
              <a:ext cx="4512407" cy="312517"/>
            </a:xfrm>
            <a:prstGeom prst="rect">
              <a:avLst/>
            </a:prstGeom>
          </p:spPr>
          <p:txBody>
            <a:bodyPr anchor="ctr" rtlCol="false" tIns="50800" lIns="50800" bIns="50800" rIns="50800"/>
            <a:lstStyle/>
            <a:p>
              <a:pPr algn="ctr">
                <a:lnSpc>
                  <a:spcPts val="2640"/>
                </a:lnSpc>
              </a:pPr>
            </a:p>
          </p:txBody>
        </p:sp>
      </p:grpSp>
      <p:grpSp>
        <p:nvGrpSpPr>
          <p:cNvPr name="Group 13" id="13"/>
          <p:cNvGrpSpPr/>
          <p:nvPr/>
        </p:nvGrpSpPr>
        <p:grpSpPr>
          <a:xfrm rot="-2104736">
            <a:off x="-5988528" y="8386589"/>
            <a:ext cx="9703680" cy="1572043"/>
            <a:chOff x="0" y="0"/>
            <a:chExt cx="4614007" cy="747492"/>
          </a:xfrm>
        </p:grpSpPr>
        <p:sp>
          <p:nvSpPr>
            <p:cNvPr name="Freeform 14" id="14"/>
            <p:cNvSpPr/>
            <p:nvPr/>
          </p:nvSpPr>
          <p:spPr>
            <a:xfrm flipH="false" flipV="false" rot="0">
              <a:off x="0" y="0"/>
              <a:ext cx="4614007" cy="747492"/>
            </a:xfrm>
            <a:custGeom>
              <a:avLst/>
              <a:gdLst/>
              <a:ahLst/>
              <a:cxnLst/>
              <a:rect r="r" b="b" t="t" l="l"/>
              <a:pathLst>
                <a:path h="747492" w="4614007">
                  <a:moveTo>
                    <a:pt x="4614007" y="373746"/>
                  </a:moveTo>
                  <a:lnTo>
                    <a:pt x="4207607" y="0"/>
                  </a:lnTo>
                  <a:lnTo>
                    <a:pt x="4207607" y="203200"/>
                  </a:lnTo>
                  <a:lnTo>
                    <a:pt x="0" y="203200"/>
                  </a:lnTo>
                  <a:lnTo>
                    <a:pt x="0" y="544292"/>
                  </a:lnTo>
                  <a:lnTo>
                    <a:pt x="4207607" y="544292"/>
                  </a:lnTo>
                  <a:lnTo>
                    <a:pt x="4207607" y="747492"/>
                  </a:lnTo>
                  <a:lnTo>
                    <a:pt x="4614007" y="373746"/>
                  </a:lnTo>
                  <a:close/>
                </a:path>
              </a:pathLst>
            </a:custGeom>
            <a:solidFill>
              <a:srgbClr val="F5F6F0"/>
            </a:solidFill>
            <a:ln w="28575" cap="sq">
              <a:solidFill>
                <a:srgbClr val="000000"/>
              </a:solidFill>
              <a:prstDash val="solid"/>
              <a:miter/>
            </a:ln>
          </p:spPr>
        </p:sp>
        <p:sp>
          <p:nvSpPr>
            <p:cNvPr name="TextBox 15" id="15"/>
            <p:cNvSpPr txBox="true"/>
            <p:nvPr/>
          </p:nvSpPr>
          <p:spPr>
            <a:xfrm>
              <a:off x="0" y="231775"/>
              <a:ext cx="4512407" cy="312517"/>
            </a:xfrm>
            <a:prstGeom prst="rect">
              <a:avLst/>
            </a:prstGeom>
          </p:spPr>
          <p:txBody>
            <a:bodyPr anchor="ctr" rtlCol="false" tIns="50800" lIns="50800" bIns="50800" rIns="50800"/>
            <a:lstStyle/>
            <a:p>
              <a:pPr algn="ctr">
                <a:lnSpc>
                  <a:spcPts val="2640"/>
                </a:lnSpc>
              </a:pPr>
            </a:p>
          </p:txBody>
        </p:sp>
      </p:grpSp>
    </p:spTree>
  </p:cSld>
  <p:clrMapOvr>
    <a:masterClrMapping/>
  </p:clrMapOvr>
</p:sld>
</file>

<file path=ppt/slides/slide8.xml><?xml version="1.0" encoding="utf-8"?>
<p:sld xmlns:p="http://schemas.openxmlformats.org/presentationml/2006/main" xmlns:a="http://schemas.openxmlformats.org/drawingml/2006/main">
  <p:cSld>
    <p:bg>
      <p:bgPr>
        <a:solidFill>
          <a:srgbClr val="F5F6F0"/>
        </a:solidFill>
      </p:bgPr>
    </p:bg>
    <p:spTree>
      <p:nvGrpSpPr>
        <p:cNvPr id="1" name=""/>
        <p:cNvGrpSpPr/>
        <p:nvPr/>
      </p:nvGrpSpPr>
      <p:grpSpPr>
        <a:xfrm>
          <a:off x="0" y="0"/>
          <a:ext cx="0" cy="0"/>
          <a:chOff x="0" y="0"/>
          <a:chExt cx="0" cy="0"/>
        </a:xfrm>
      </p:grpSpPr>
      <p:sp>
        <p:nvSpPr>
          <p:cNvPr name="TextBox 2" id="2"/>
          <p:cNvSpPr txBox="true"/>
          <p:nvPr/>
        </p:nvSpPr>
        <p:spPr>
          <a:xfrm rot="0">
            <a:off x="1553877" y="1080132"/>
            <a:ext cx="10128823" cy="1667510"/>
          </a:xfrm>
          <a:prstGeom prst="rect">
            <a:avLst/>
          </a:prstGeom>
        </p:spPr>
        <p:txBody>
          <a:bodyPr anchor="t" rtlCol="false" tIns="0" lIns="0" bIns="0" rIns="0">
            <a:spAutoFit/>
          </a:bodyPr>
          <a:lstStyle/>
          <a:p>
            <a:pPr algn="l" marL="0" indent="0" lvl="0">
              <a:lnSpc>
                <a:spcPts val="6399"/>
              </a:lnSpc>
              <a:spcBef>
                <a:spcPct val="0"/>
              </a:spcBef>
            </a:pPr>
            <a:r>
              <a:rPr lang="en-US" b="true" sz="6399">
                <a:solidFill>
                  <a:srgbClr val="000000"/>
                </a:solidFill>
                <a:latin typeface="Nourd Semi-Bold"/>
                <a:ea typeface="Nourd Semi-Bold"/>
                <a:cs typeface="Nourd Semi-Bold"/>
                <a:sym typeface="Nourd Semi-Bold"/>
              </a:rPr>
              <a:t>Proposed System Objectives</a:t>
            </a:r>
          </a:p>
        </p:txBody>
      </p:sp>
      <p:grpSp>
        <p:nvGrpSpPr>
          <p:cNvPr name="Group 3" id="3"/>
          <p:cNvGrpSpPr/>
          <p:nvPr/>
        </p:nvGrpSpPr>
        <p:grpSpPr>
          <a:xfrm rot="0">
            <a:off x="1028700" y="3638104"/>
            <a:ext cx="8034812" cy="3559616"/>
            <a:chOff x="0" y="0"/>
            <a:chExt cx="10713083" cy="4746154"/>
          </a:xfrm>
        </p:grpSpPr>
        <p:grpSp>
          <p:nvGrpSpPr>
            <p:cNvPr name="Group 4" id="4"/>
            <p:cNvGrpSpPr/>
            <p:nvPr/>
          </p:nvGrpSpPr>
          <p:grpSpPr>
            <a:xfrm rot="0">
              <a:off x="0" y="0"/>
              <a:ext cx="10713083" cy="4746154"/>
              <a:chOff x="0" y="0"/>
              <a:chExt cx="1789893" cy="792966"/>
            </a:xfrm>
          </p:grpSpPr>
          <p:sp>
            <p:nvSpPr>
              <p:cNvPr name="Freeform 5" id="5"/>
              <p:cNvSpPr/>
              <p:nvPr/>
            </p:nvSpPr>
            <p:spPr>
              <a:xfrm flipH="false" flipV="false" rot="0">
                <a:off x="0" y="0"/>
                <a:ext cx="1789893" cy="792966"/>
              </a:xfrm>
              <a:custGeom>
                <a:avLst/>
                <a:gdLst/>
                <a:ahLst/>
                <a:cxnLst/>
                <a:rect r="r" b="b" t="t" l="l"/>
                <a:pathLst>
                  <a:path h="792966" w="1789893">
                    <a:moveTo>
                      <a:pt x="28480" y="0"/>
                    </a:moveTo>
                    <a:lnTo>
                      <a:pt x="1761413" y="0"/>
                    </a:lnTo>
                    <a:cubicBezTo>
                      <a:pt x="1777142" y="0"/>
                      <a:pt x="1789893" y="12751"/>
                      <a:pt x="1789893" y="28480"/>
                    </a:cubicBezTo>
                    <a:lnTo>
                      <a:pt x="1789893" y="764486"/>
                    </a:lnTo>
                    <a:cubicBezTo>
                      <a:pt x="1789893" y="772039"/>
                      <a:pt x="1786892" y="779283"/>
                      <a:pt x="1781551" y="784624"/>
                    </a:cubicBezTo>
                    <a:cubicBezTo>
                      <a:pt x="1776210" y="789965"/>
                      <a:pt x="1768966" y="792966"/>
                      <a:pt x="1761413" y="792966"/>
                    </a:cubicBezTo>
                    <a:lnTo>
                      <a:pt x="28480" y="792966"/>
                    </a:lnTo>
                    <a:cubicBezTo>
                      <a:pt x="20926" y="792966"/>
                      <a:pt x="13682" y="789965"/>
                      <a:pt x="8342" y="784624"/>
                    </a:cubicBezTo>
                    <a:cubicBezTo>
                      <a:pt x="3001" y="779283"/>
                      <a:pt x="0" y="772039"/>
                      <a:pt x="0" y="764486"/>
                    </a:cubicBezTo>
                    <a:lnTo>
                      <a:pt x="0" y="28480"/>
                    </a:lnTo>
                    <a:cubicBezTo>
                      <a:pt x="0" y="20926"/>
                      <a:pt x="3001" y="13682"/>
                      <a:pt x="8342" y="8342"/>
                    </a:cubicBezTo>
                    <a:cubicBezTo>
                      <a:pt x="13682" y="3001"/>
                      <a:pt x="20926" y="0"/>
                      <a:pt x="28480" y="0"/>
                    </a:cubicBezTo>
                    <a:close/>
                  </a:path>
                </a:pathLst>
              </a:custGeom>
              <a:solidFill>
                <a:srgbClr val="FFFFFF"/>
              </a:solidFill>
              <a:ln cap="rnd">
                <a:noFill/>
                <a:prstDash val="solid"/>
                <a:round/>
              </a:ln>
            </p:spPr>
          </p:sp>
          <p:sp>
            <p:nvSpPr>
              <p:cNvPr name="TextBox 6" id="6"/>
              <p:cNvSpPr txBox="true"/>
              <p:nvPr/>
            </p:nvSpPr>
            <p:spPr>
              <a:xfrm>
                <a:off x="0" y="9525"/>
                <a:ext cx="1789893" cy="783441"/>
              </a:xfrm>
              <a:prstGeom prst="rect">
                <a:avLst/>
              </a:prstGeom>
            </p:spPr>
            <p:txBody>
              <a:bodyPr anchor="ctr" rtlCol="false" tIns="50800" lIns="50800" bIns="50800" rIns="50800"/>
              <a:lstStyle/>
              <a:p>
                <a:pPr algn="ctr" marL="0" indent="0" lvl="0">
                  <a:lnSpc>
                    <a:spcPts val="2639"/>
                  </a:lnSpc>
                  <a:spcBef>
                    <a:spcPct val="0"/>
                  </a:spcBef>
                </a:pPr>
              </a:p>
            </p:txBody>
          </p:sp>
        </p:grpSp>
        <p:sp>
          <p:nvSpPr>
            <p:cNvPr name="TextBox 7" id="7"/>
            <p:cNvSpPr txBox="true"/>
            <p:nvPr/>
          </p:nvSpPr>
          <p:spPr>
            <a:xfrm rot="0">
              <a:off x="818316" y="2142224"/>
              <a:ext cx="9011183" cy="1715779"/>
            </a:xfrm>
            <a:prstGeom prst="rect">
              <a:avLst/>
            </a:prstGeom>
          </p:spPr>
          <p:txBody>
            <a:bodyPr anchor="t" rtlCol="false" tIns="0" lIns="0" bIns="0" rIns="0">
              <a:spAutoFit/>
            </a:bodyPr>
            <a:lstStyle/>
            <a:p>
              <a:pPr algn="l" marL="0" indent="0" lvl="0">
                <a:lnSpc>
                  <a:spcPts val="2648"/>
                </a:lnSpc>
                <a:spcBef>
                  <a:spcPct val="0"/>
                </a:spcBef>
              </a:pPr>
              <a:r>
                <a:rPr lang="en-US" sz="1891" spc="-37">
                  <a:solidFill>
                    <a:srgbClr val="5D5D5D"/>
                  </a:solidFill>
                  <a:latin typeface="Nourd"/>
                  <a:ea typeface="Nourd"/>
                  <a:cs typeface="Nourd"/>
                  <a:sym typeface="Nourd"/>
                </a:rPr>
                <a:t>D</a:t>
              </a:r>
              <a:r>
                <a:rPr lang="en-US" sz="1891" spc="-37" strike="noStrike" u="none">
                  <a:solidFill>
                    <a:srgbClr val="5D5D5D"/>
                  </a:solidFill>
                  <a:latin typeface="Nourd"/>
                  <a:ea typeface="Nourd"/>
                  <a:cs typeface="Nourd"/>
                  <a:sym typeface="Nourd"/>
                </a:rPr>
                <a:t>esign, develop, and evaluate a centrali</a:t>
              </a:r>
              <a:r>
                <a:rPr lang="en-US" sz="1891" spc="-37" strike="noStrike" u="none">
                  <a:solidFill>
                    <a:srgbClr val="5D5D5D"/>
                  </a:solidFill>
                  <a:latin typeface="Nourd"/>
                  <a:ea typeface="Nourd"/>
                  <a:cs typeface="Nourd"/>
                  <a:sym typeface="Nourd"/>
                </a:rPr>
                <a:t>zed</a:t>
              </a:r>
              <a:r>
                <a:rPr lang="en-US" sz="1891" spc="-37" strike="noStrike" u="none">
                  <a:solidFill>
                    <a:srgbClr val="5D5D5D"/>
                  </a:solidFill>
                  <a:latin typeface="Nourd"/>
                  <a:ea typeface="Nourd"/>
                  <a:cs typeface="Nourd"/>
                  <a:sym typeface="Nourd"/>
                </a:rPr>
                <a:t>, </a:t>
              </a:r>
              <a:r>
                <a:rPr lang="en-US" sz="1891" spc="-37" strike="noStrike" u="none">
                  <a:solidFill>
                    <a:srgbClr val="5D5D5D"/>
                  </a:solidFill>
                  <a:latin typeface="Nourd"/>
                  <a:ea typeface="Nourd"/>
                  <a:cs typeface="Nourd"/>
                  <a:sym typeface="Nourd"/>
                </a:rPr>
                <a:t>r</a:t>
              </a:r>
              <a:r>
                <a:rPr lang="en-US" sz="1891" spc="-37" strike="noStrike" u="none">
                  <a:solidFill>
                    <a:srgbClr val="5D5D5D"/>
                  </a:solidFill>
                  <a:latin typeface="Nourd"/>
                  <a:ea typeface="Nourd"/>
                  <a:cs typeface="Nourd"/>
                  <a:sym typeface="Nourd"/>
                </a:rPr>
                <a:t>ole-based online s</a:t>
              </a:r>
              <a:r>
                <a:rPr lang="en-US" sz="1891" spc="-37" strike="noStrike" u="none">
                  <a:solidFill>
                    <a:srgbClr val="5D5D5D"/>
                  </a:solidFill>
                  <a:latin typeface="Nourd"/>
                  <a:ea typeface="Nourd"/>
                  <a:cs typeface="Nourd"/>
                  <a:sym typeface="Nourd"/>
                </a:rPr>
                <a:t>y</a:t>
              </a:r>
              <a:r>
                <a:rPr lang="en-US" sz="1891" spc="-37" strike="noStrike" u="none">
                  <a:solidFill>
                    <a:srgbClr val="5D5D5D"/>
                  </a:solidFill>
                  <a:latin typeface="Nourd"/>
                  <a:ea typeface="Nourd"/>
                  <a:cs typeface="Nourd"/>
                  <a:sym typeface="Nourd"/>
                </a:rPr>
                <a:t>stem for grassroots </a:t>
              </a:r>
              <a:r>
                <a:rPr lang="en-US" sz="1891" spc="-37" strike="noStrike" u="none">
                  <a:solidFill>
                    <a:srgbClr val="5D5D5D"/>
                  </a:solidFill>
                  <a:latin typeface="Nourd"/>
                  <a:ea typeface="Nourd"/>
                  <a:cs typeface="Nourd"/>
                  <a:sym typeface="Nourd"/>
                </a:rPr>
                <a:t>in</a:t>
              </a:r>
              <a:r>
                <a:rPr lang="en-US" sz="1891" spc="-37" strike="noStrike" u="none">
                  <a:solidFill>
                    <a:srgbClr val="5D5D5D"/>
                  </a:solidFill>
                  <a:latin typeface="Nourd"/>
                  <a:ea typeface="Nourd"/>
                  <a:cs typeface="Nourd"/>
                  <a:sym typeface="Nourd"/>
                </a:rPr>
                <a:t>c</a:t>
              </a:r>
              <a:r>
                <a:rPr lang="en-US" sz="1891" spc="-37" strike="noStrike" u="none">
                  <a:solidFill>
                    <a:srgbClr val="5D5D5D"/>
                  </a:solidFill>
                  <a:latin typeface="Nourd"/>
                  <a:ea typeface="Nourd"/>
                  <a:cs typeface="Nourd"/>
                  <a:sym typeface="Nourd"/>
                </a:rPr>
                <a:t>iden</a:t>
              </a:r>
              <a:r>
                <a:rPr lang="en-US" sz="1891" spc="-37" strike="noStrike" u="none">
                  <a:solidFill>
                    <a:srgbClr val="5D5D5D"/>
                  </a:solidFill>
                  <a:latin typeface="Nourd"/>
                  <a:ea typeface="Nourd"/>
                  <a:cs typeface="Nourd"/>
                  <a:sym typeface="Nourd"/>
                </a:rPr>
                <a:t>t </a:t>
              </a:r>
              <a:r>
                <a:rPr lang="en-US" sz="1891" spc="-37" strike="noStrike" u="none">
                  <a:solidFill>
                    <a:srgbClr val="5D5D5D"/>
                  </a:solidFill>
                  <a:latin typeface="Nourd"/>
                  <a:ea typeface="Nourd"/>
                  <a:cs typeface="Nourd"/>
                  <a:sym typeface="Nourd"/>
                </a:rPr>
                <a:t>r</a:t>
              </a:r>
              <a:r>
                <a:rPr lang="en-US" sz="1891" spc="-37" strike="noStrike" u="none">
                  <a:solidFill>
                    <a:srgbClr val="5D5D5D"/>
                  </a:solidFill>
                  <a:latin typeface="Nourd"/>
                  <a:ea typeface="Nourd"/>
                  <a:cs typeface="Nourd"/>
                  <a:sym typeface="Nourd"/>
                </a:rPr>
                <a:t>eporting and NDRRMC SitRe</a:t>
              </a:r>
              <a:r>
                <a:rPr lang="en-US" sz="1891" spc="-37" strike="noStrike" u="none">
                  <a:solidFill>
                    <a:srgbClr val="5D5D5D"/>
                  </a:solidFill>
                  <a:latin typeface="Nourd"/>
                  <a:ea typeface="Nourd"/>
                  <a:cs typeface="Nourd"/>
                  <a:sym typeface="Nourd"/>
                </a:rPr>
                <a:t>p</a:t>
              </a:r>
              <a:r>
                <a:rPr lang="en-US" sz="1891" spc="-37" strike="noStrike" u="none">
                  <a:solidFill>
                    <a:srgbClr val="5D5D5D"/>
                  </a:solidFill>
                  <a:latin typeface="Nourd"/>
                  <a:ea typeface="Nourd"/>
                  <a:cs typeface="Nourd"/>
                  <a:sym typeface="Nourd"/>
                </a:rPr>
                <a:t> Cons</a:t>
              </a:r>
              <a:r>
                <a:rPr lang="en-US" sz="1891" spc="-37" strike="noStrike" u="none">
                  <a:solidFill>
                    <a:srgbClr val="5D5D5D"/>
                  </a:solidFill>
                  <a:latin typeface="Nourd"/>
                  <a:ea typeface="Nourd"/>
                  <a:cs typeface="Nourd"/>
                  <a:sym typeface="Nourd"/>
                </a:rPr>
                <a:t>ol</a:t>
              </a:r>
              <a:r>
                <a:rPr lang="en-US" sz="1891" spc="-37" strike="noStrike" u="none">
                  <a:solidFill>
                    <a:srgbClr val="5D5D5D"/>
                  </a:solidFill>
                  <a:latin typeface="Nourd"/>
                  <a:ea typeface="Nourd"/>
                  <a:cs typeface="Nourd"/>
                  <a:sym typeface="Nourd"/>
                </a:rPr>
                <a:t>idation for Local Government Units (LGUs)</a:t>
              </a:r>
            </a:p>
            <a:p>
              <a:pPr algn="l" marL="0" indent="0" lvl="0">
                <a:lnSpc>
                  <a:spcPts val="2648"/>
                </a:lnSpc>
                <a:spcBef>
                  <a:spcPct val="0"/>
                </a:spcBef>
              </a:pPr>
            </a:p>
          </p:txBody>
        </p:sp>
        <p:sp>
          <p:nvSpPr>
            <p:cNvPr name="TextBox 8" id="8"/>
            <p:cNvSpPr txBox="true"/>
            <p:nvPr/>
          </p:nvSpPr>
          <p:spPr>
            <a:xfrm rot="0">
              <a:off x="818316" y="1098744"/>
              <a:ext cx="8629678" cy="633572"/>
            </a:xfrm>
            <a:prstGeom prst="rect">
              <a:avLst/>
            </a:prstGeom>
          </p:spPr>
          <p:txBody>
            <a:bodyPr anchor="t" rtlCol="false" tIns="0" lIns="0" bIns="0" rIns="0">
              <a:spAutoFit/>
            </a:bodyPr>
            <a:lstStyle/>
            <a:p>
              <a:pPr algn="l" marL="0" indent="0" lvl="0">
                <a:lnSpc>
                  <a:spcPts val="3641"/>
                </a:lnSpc>
                <a:spcBef>
                  <a:spcPct val="0"/>
                </a:spcBef>
              </a:pPr>
              <a:r>
                <a:rPr lang="en-US" b="true" sz="3310">
                  <a:solidFill>
                    <a:srgbClr val="000000"/>
                  </a:solidFill>
                  <a:latin typeface="Nourd Semi-Bold"/>
                  <a:ea typeface="Nourd Semi-Bold"/>
                  <a:cs typeface="Nourd Semi-Bold"/>
                  <a:sym typeface="Nourd Semi-Bold"/>
                </a:rPr>
                <a:t>General Objective</a:t>
              </a:r>
            </a:p>
          </p:txBody>
        </p:sp>
      </p:grpSp>
      <p:grpSp>
        <p:nvGrpSpPr>
          <p:cNvPr name="Group 9" id="9"/>
          <p:cNvGrpSpPr/>
          <p:nvPr/>
        </p:nvGrpSpPr>
        <p:grpSpPr>
          <a:xfrm rot="0">
            <a:off x="9738860" y="3638104"/>
            <a:ext cx="8034812" cy="4913510"/>
            <a:chOff x="0" y="0"/>
            <a:chExt cx="10713083" cy="6551347"/>
          </a:xfrm>
        </p:grpSpPr>
        <p:grpSp>
          <p:nvGrpSpPr>
            <p:cNvPr name="Group 10" id="10"/>
            <p:cNvGrpSpPr/>
            <p:nvPr/>
          </p:nvGrpSpPr>
          <p:grpSpPr>
            <a:xfrm rot="0">
              <a:off x="0" y="0"/>
              <a:ext cx="10713083" cy="6551347"/>
              <a:chOff x="0" y="0"/>
              <a:chExt cx="1789893" cy="1094569"/>
            </a:xfrm>
          </p:grpSpPr>
          <p:sp>
            <p:nvSpPr>
              <p:cNvPr name="Freeform 11" id="11"/>
              <p:cNvSpPr/>
              <p:nvPr/>
            </p:nvSpPr>
            <p:spPr>
              <a:xfrm flipH="false" flipV="false" rot="0">
                <a:off x="0" y="0"/>
                <a:ext cx="1789893" cy="1094569"/>
              </a:xfrm>
              <a:custGeom>
                <a:avLst/>
                <a:gdLst/>
                <a:ahLst/>
                <a:cxnLst/>
                <a:rect r="r" b="b" t="t" l="l"/>
                <a:pathLst>
                  <a:path h="1094569" w="1789893">
                    <a:moveTo>
                      <a:pt x="28480" y="0"/>
                    </a:moveTo>
                    <a:lnTo>
                      <a:pt x="1761413" y="0"/>
                    </a:lnTo>
                    <a:cubicBezTo>
                      <a:pt x="1777142" y="0"/>
                      <a:pt x="1789893" y="12751"/>
                      <a:pt x="1789893" y="28480"/>
                    </a:cubicBezTo>
                    <a:lnTo>
                      <a:pt x="1789893" y="1066089"/>
                    </a:lnTo>
                    <a:cubicBezTo>
                      <a:pt x="1789893" y="1073642"/>
                      <a:pt x="1786892" y="1080886"/>
                      <a:pt x="1781551" y="1086227"/>
                    </a:cubicBezTo>
                    <a:cubicBezTo>
                      <a:pt x="1776210" y="1091568"/>
                      <a:pt x="1768966" y="1094569"/>
                      <a:pt x="1761413" y="1094569"/>
                    </a:cubicBezTo>
                    <a:lnTo>
                      <a:pt x="28480" y="1094569"/>
                    </a:lnTo>
                    <a:cubicBezTo>
                      <a:pt x="20926" y="1094569"/>
                      <a:pt x="13682" y="1091568"/>
                      <a:pt x="8342" y="1086227"/>
                    </a:cubicBezTo>
                    <a:cubicBezTo>
                      <a:pt x="3001" y="1080886"/>
                      <a:pt x="0" y="1073642"/>
                      <a:pt x="0" y="1066089"/>
                    </a:cubicBezTo>
                    <a:lnTo>
                      <a:pt x="0" y="28480"/>
                    </a:lnTo>
                    <a:cubicBezTo>
                      <a:pt x="0" y="20926"/>
                      <a:pt x="3001" y="13682"/>
                      <a:pt x="8342" y="8342"/>
                    </a:cubicBezTo>
                    <a:cubicBezTo>
                      <a:pt x="13682" y="3001"/>
                      <a:pt x="20926" y="0"/>
                      <a:pt x="28480" y="0"/>
                    </a:cubicBezTo>
                    <a:close/>
                  </a:path>
                </a:pathLst>
              </a:custGeom>
              <a:solidFill>
                <a:srgbClr val="FFFFFF"/>
              </a:solidFill>
              <a:ln cap="rnd">
                <a:noFill/>
                <a:prstDash val="solid"/>
                <a:round/>
              </a:ln>
            </p:spPr>
          </p:sp>
          <p:sp>
            <p:nvSpPr>
              <p:cNvPr name="TextBox 12" id="12"/>
              <p:cNvSpPr txBox="true"/>
              <p:nvPr/>
            </p:nvSpPr>
            <p:spPr>
              <a:xfrm>
                <a:off x="0" y="28575"/>
                <a:ext cx="1789893" cy="1065994"/>
              </a:xfrm>
              <a:prstGeom prst="rect">
                <a:avLst/>
              </a:prstGeom>
            </p:spPr>
            <p:txBody>
              <a:bodyPr anchor="ctr" rtlCol="false" tIns="50800" lIns="50800" bIns="50800" rIns="50800"/>
              <a:lstStyle/>
              <a:p>
                <a:pPr algn="ctr" marL="0" indent="0" lvl="0">
                  <a:lnSpc>
                    <a:spcPts val="2640"/>
                  </a:lnSpc>
                  <a:spcBef>
                    <a:spcPct val="0"/>
                  </a:spcBef>
                </a:pPr>
              </a:p>
            </p:txBody>
          </p:sp>
        </p:grpSp>
        <p:sp>
          <p:nvSpPr>
            <p:cNvPr name="TextBox 13" id="13"/>
            <p:cNvSpPr txBox="true"/>
            <p:nvPr/>
          </p:nvSpPr>
          <p:spPr>
            <a:xfrm rot="0">
              <a:off x="818316" y="2115892"/>
              <a:ext cx="9011183" cy="3085536"/>
            </a:xfrm>
            <a:prstGeom prst="rect">
              <a:avLst/>
            </a:prstGeom>
          </p:spPr>
          <p:txBody>
            <a:bodyPr anchor="t" rtlCol="false" tIns="0" lIns="0" bIns="0" rIns="0">
              <a:spAutoFit/>
            </a:bodyPr>
            <a:lstStyle/>
            <a:p>
              <a:pPr algn="l">
                <a:lnSpc>
                  <a:spcPts val="2648"/>
                </a:lnSpc>
              </a:pPr>
              <a:r>
                <a:rPr lang="en-US" sz="1891" spc="-37">
                  <a:solidFill>
                    <a:srgbClr val="5D5D5D"/>
                  </a:solidFill>
                  <a:latin typeface="Nourd"/>
                  <a:ea typeface="Nourd"/>
                  <a:cs typeface="Nourd"/>
                  <a:sym typeface="Nourd"/>
                </a:rPr>
                <a:t>Build the following:</a:t>
              </a:r>
            </a:p>
            <a:p>
              <a:pPr algn="l" marL="408410" indent="-204205" lvl="1">
                <a:lnSpc>
                  <a:spcPts val="2648"/>
                </a:lnSpc>
                <a:buFont typeface="Arial"/>
                <a:buChar char="•"/>
              </a:pPr>
              <a:r>
                <a:rPr lang="en-US" sz="1891" spc="-37">
                  <a:solidFill>
                    <a:srgbClr val="5D5D5D"/>
                  </a:solidFill>
                  <a:latin typeface="Nourd"/>
                  <a:ea typeface="Nourd"/>
                  <a:cs typeface="Nourd"/>
                  <a:sym typeface="Nourd"/>
                </a:rPr>
                <a:t>User Management Modules</a:t>
              </a:r>
            </a:p>
            <a:p>
              <a:pPr algn="l" marL="408410" indent="-204205" lvl="1">
                <a:lnSpc>
                  <a:spcPts val="2648"/>
                </a:lnSpc>
                <a:buFont typeface="Arial"/>
                <a:buChar char="•"/>
              </a:pPr>
              <a:r>
                <a:rPr lang="en-US" sz="1891" spc="-37">
                  <a:solidFill>
                    <a:srgbClr val="5D5D5D"/>
                  </a:solidFill>
                  <a:latin typeface="Nourd"/>
                  <a:ea typeface="Nourd"/>
                  <a:cs typeface="Nourd"/>
                  <a:sym typeface="Nourd"/>
                </a:rPr>
                <a:t>Profile Management Modules</a:t>
              </a:r>
            </a:p>
            <a:p>
              <a:pPr algn="l" marL="408410" indent="-204205" lvl="1">
                <a:lnSpc>
                  <a:spcPts val="2648"/>
                </a:lnSpc>
                <a:buFont typeface="Arial"/>
                <a:buChar char="•"/>
              </a:pPr>
              <a:r>
                <a:rPr lang="en-US" sz="1891" spc="-37">
                  <a:solidFill>
                    <a:srgbClr val="5D5D5D"/>
                  </a:solidFill>
                  <a:latin typeface="Nourd"/>
                  <a:ea typeface="Nourd"/>
                  <a:cs typeface="Nourd"/>
                  <a:sym typeface="Nourd"/>
                </a:rPr>
                <a:t>Hazard Module</a:t>
              </a:r>
            </a:p>
            <a:p>
              <a:pPr algn="l" marL="408410" indent="-204205" lvl="1">
                <a:lnSpc>
                  <a:spcPts val="2648"/>
                </a:lnSpc>
                <a:buFont typeface="Arial"/>
                <a:buChar char="•"/>
              </a:pPr>
              <a:r>
                <a:rPr lang="en-US" sz="1891" spc="-37">
                  <a:solidFill>
                    <a:srgbClr val="5D5D5D"/>
                  </a:solidFill>
                  <a:latin typeface="Nourd"/>
                  <a:ea typeface="Nourd"/>
                  <a:cs typeface="Nourd"/>
                  <a:sym typeface="Nourd"/>
                </a:rPr>
                <a:t>Incident Reporting Modules</a:t>
              </a:r>
            </a:p>
            <a:p>
              <a:pPr algn="l" marL="408410" indent="-204205" lvl="1">
                <a:lnSpc>
                  <a:spcPts val="2648"/>
                </a:lnSpc>
                <a:buFont typeface="Arial"/>
                <a:buChar char="•"/>
              </a:pPr>
              <a:r>
                <a:rPr lang="en-US" sz="1891" spc="-37">
                  <a:solidFill>
                    <a:srgbClr val="5D5D5D"/>
                  </a:solidFill>
                  <a:latin typeface="Nourd"/>
                  <a:ea typeface="Nourd"/>
                  <a:cs typeface="Nourd"/>
                  <a:sym typeface="Nourd"/>
                </a:rPr>
                <a:t>Situation Report Modules</a:t>
              </a:r>
            </a:p>
            <a:p>
              <a:pPr algn="l" marL="408410" indent="-204205" lvl="1">
                <a:lnSpc>
                  <a:spcPts val="2648"/>
                </a:lnSpc>
                <a:buFont typeface="Arial"/>
                <a:buChar char="•"/>
              </a:pPr>
              <a:r>
                <a:rPr lang="en-US" sz="1891" spc="-37">
                  <a:solidFill>
                    <a:srgbClr val="5D5D5D"/>
                  </a:solidFill>
                  <a:latin typeface="Nourd"/>
                  <a:ea typeface="Nourd"/>
                  <a:cs typeface="Nourd"/>
                  <a:sym typeface="Nourd"/>
                </a:rPr>
                <a:t>Dashboards</a:t>
              </a:r>
            </a:p>
          </p:txBody>
        </p:sp>
        <p:sp>
          <p:nvSpPr>
            <p:cNvPr name="TextBox 14" id="14"/>
            <p:cNvSpPr txBox="true"/>
            <p:nvPr/>
          </p:nvSpPr>
          <p:spPr>
            <a:xfrm rot="0">
              <a:off x="818316" y="1072411"/>
              <a:ext cx="8629678" cy="633572"/>
            </a:xfrm>
            <a:prstGeom prst="rect">
              <a:avLst/>
            </a:prstGeom>
          </p:spPr>
          <p:txBody>
            <a:bodyPr anchor="t" rtlCol="false" tIns="0" lIns="0" bIns="0" rIns="0">
              <a:spAutoFit/>
            </a:bodyPr>
            <a:lstStyle/>
            <a:p>
              <a:pPr algn="l" marL="0" indent="0" lvl="0">
                <a:lnSpc>
                  <a:spcPts val="3641"/>
                </a:lnSpc>
                <a:spcBef>
                  <a:spcPct val="0"/>
                </a:spcBef>
              </a:pPr>
              <a:r>
                <a:rPr lang="en-US" b="true" sz="3310">
                  <a:solidFill>
                    <a:srgbClr val="000000"/>
                  </a:solidFill>
                  <a:latin typeface="Nourd Semi-Bold"/>
                  <a:ea typeface="Nourd Semi-Bold"/>
                  <a:cs typeface="Nourd Semi-Bold"/>
                  <a:sym typeface="Nourd Semi-Bold"/>
                </a:rPr>
                <a:t>Specific Objective</a:t>
              </a:r>
            </a:p>
          </p:txBody>
        </p:sp>
      </p:grpSp>
      <p:grpSp>
        <p:nvGrpSpPr>
          <p:cNvPr name="Group 15" id="15"/>
          <p:cNvGrpSpPr/>
          <p:nvPr/>
        </p:nvGrpSpPr>
        <p:grpSpPr>
          <a:xfrm rot="0">
            <a:off x="15943292" y="-364569"/>
            <a:ext cx="3025476" cy="3025476"/>
            <a:chOff x="0" y="0"/>
            <a:chExt cx="647700" cy="647700"/>
          </a:xfrm>
        </p:grpSpPr>
        <p:sp>
          <p:nvSpPr>
            <p:cNvPr name="Freeform 16" id="16"/>
            <p:cNvSpPr/>
            <p:nvPr/>
          </p:nvSpPr>
          <p:spPr>
            <a:xfrm flipH="false" flipV="false" rot="0">
              <a:off x="0" y="0"/>
              <a:ext cx="647700" cy="647700"/>
            </a:xfrm>
            <a:custGeom>
              <a:avLst/>
              <a:gdLst/>
              <a:ahLst/>
              <a:cxnLst/>
              <a:rect r="r" b="b" t="t" l="l"/>
              <a:pathLst>
                <a:path h="647700" w="647700">
                  <a:moveTo>
                    <a:pt x="477520" y="21590"/>
                  </a:moveTo>
                  <a:lnTo>
                    <a:pt x="374650" y="269240"/>
                  </a:lnTo>
                  <a:lnTo>
                    <a:pt x="623570" y="166370"/>
                  </a:lnTo>
                  <a:lnTo>
                    <a:pt x="647700" y="219710"/>
                  </a:lnTo>
                  <a:lnTo>
                    <a:pt x="397510" y="322580"/>
                  </a:lnTo>
                  <a:lnTo>
                    <a:pt x="647700" y="425450"/>
                  </a:lnTo>
                  <a:lnTo>
                    <a:pt x="623570" y="477520"/>
                  </a:lnTo>
                  <a:lnTo>
                    <a:pt x="374650" y="374650"/>
                  </a:lnTo>
                  <a:lnTo>
                    <a:pt x="477520" y="623570"/>
                  </a:lnTo>
                  <a:lnTo>
                    <a:pt x="425450" y="647700"/>
                  </a:lnTo>
                  <a:lnTo>
                    <a:pt x="322580" y="397510"/>
                  </a:lnTo>
                  <a:lnTo>
                    <a:pt x="219710" y="647700"/>
                  </a:lnTo>
                  <a:lnTo>
                    <a:pt x="167640" y="623570"/>
                  </a:lnTo>
                  <a:lnTo>
                    <a:pt x="269240" y="374650"/>
                  </a:lnTo>
                  <a:lnTo>
                    <a:pt x="21590" y="477520"/>
                  </a:lnTo>
                  <a:lnTo>
                    <a:pt x="0" y="425450"/>
                  </a:lnTo>
                  <a:lnTo>
                    <a:pt x="247650" y="322580"/>
                  </a:lnTo>
                  <a:lnTo>
                    <a:pt x="0" y="219710"/>
                  </a:lnTo>
                  <a:lnTo>
                    <a:pt x="21590" y="167640"/>
                  </a:lnTo>
                  <a:lnTo>
                    <a:pt x="269240" y="269240"/>
                  </a:lnTo>
                  <a:lnTo>
                    <a:pt x="167640" y="21590"/>
                  </a:lnTo>
                  <a:lnTo>
                    <a:pt x="219710" y="0"/>
                  </a:lnTo>
                  <a:lnTo>
                    <a:pt x="322580" y="247650"/>
                  </a:lnTo>
                  <a:lnTo>
                    <a:pt x="425450" y="0"/>
                  </a:lnTo>
                  <a:lnTo>
                    <a:pt x="477520" y="21590"/>
                  </a:lnTo>
                  <a:close/>
                </a:path>
              </a:pathLst>
            </a:custGeom>
            <a:solidFill>
              <a:srgbClr val="56D363"/>
            </a:solidFill>
            <a:ln w="28575" cap="sq">
              <a:solidFill>
                <a:srgbClr val="000000"/>
              </a:solidFill>
              <a:prstDash val="solid"/>
              <a:miter/>
            </a:ln>
          </p:spPr>
        </p:sp>
        <p:sp>
          <p:nvSpPr>
            <p:cNvPr name="TextBox 17" id="17"/>
            <p:cNvSpPr txBox="true"/>
            <p:nvPr/>
          </p:nvSpPr>
          <p:spPr>
            <a:xfrm>
              <a:off x="152400" y="180975"/>
              <a:ext cx="342900" cy="314325"/>
            </a:xfrm>
            <a:prstGeom prst="rect">
              <a:avLst/>
            </a:prstGeom>
          </p:spPr>
          <p:txBody>
            <a:bodyPr anchor="ctr" rtlCol="false" tIns="50800" lIns="50800" bIns="50800" rIns="50800"/>
            <a:lstStyle/>
            <a:p>
              <a:pPr algn="ctr" marL="0" indent="0" lvl="0">
                <a:lnSpc>
                  <a:spcPts val="2640"/>
                </a:lnSpc>
                <a:spcBef>
                  <a:spcPct val="0"/>
                </a:spcBef>
              </a:pPr>
            </a:p>
            <a:p>
              <a:pPr algn="ctr" marL="0" indent="0" lvl="0">
                <a:lnSpc>
                  <a:spcPts val="2640"/>
                </a:lnSpc>
                <a:spcBef>
                  <a:spcPct val="0"/>
                </a:spcBef>
              </a:pPr>
            </a:p>
          </p:txBody>
        </p:sp>
      </p:grpSp>
      <p:grpSp>
        <p:nvGrpSpPr>
          <p:cNvPr name="Group 18" id="18"/>
          <p:cNvGrpSpPr/>
          <p:nvPr/>
        </p:nvGrpSpPr>
        <p:grpSpPr>
          <a:xfrm rot="0">
            <a:off x="-514350" y="7905600"/>
            <a:ext cx="3086100" cy="3086100"/>
            <a:chOff x="0" y="0"/>
            <a:chExt cx="558800" cy="558800"/>
          </a:xfrm>
        </p:grpSpPr>
        <p:sp>
          <p:nvSpPr>
            <p:cNvPr name="Freeform 19" id="19"/>
            <p:cNvSpPr/>
            <p:nvPr/>
          </p:nvSpPr>
          <p:spPr>
            <a:xfrm flipH="false" flipV="false" rot="0">
              <a:off x="0" y="0"/>
              <a:ext cx="558800" cy="558800"/>
            </a:xfrm>
            <a:custGeom>
              <a:avLst/>
              <a:gdLst/>
              <a:ahLst/>
              <a:cxnLst/>
              <a:rect r="r" b="b" t="t" l="l"/>
              <a:pathLst>
                <a:path h="558800" w="558800">
                  <a:moveTo>
                    <a:pt x="33042" y="234291"/>
                  </a:moveTo>
                  <a:cubicBezTo>
                    <a:pt x="49299" y="253840"/>
                    <a:pt x="49332" y="305706"/>
                    <a:pt x="33167" y="325331"/>
                  </a:cubicBezTo>
                  <a:cubicBezTo>
                    <a:pt x="12843" y="350003"/>
                    <a:pt x="669" y="381568"/>
                    <a:pt x="669" y="415884"/>
                  </a:cubicBezTo>
                  <a:cubicBezTo>
                    <a:pt x="669" y="495135"/>
                    <a:pt x="64865" y="558800"/>
                    <a:pt x="143251" y="558800"/>
                  </a:cubicBezTo>
                  <a:cubicBezTo>
                    <a:pt x="177745" y="558800"/>
                    <a:pt x="209318" y="546669"/>
                    <a:pt x="233976" y="526404"/>
                  </a:cubicBezTo>
                  <a:cubicBezTo>
                    <a:pt x="253647" y="510238"/>
                    <a:pt x="305827" y="510235"/>
                    <a:pt x="325498" y="526401"/>
                  </a:cubicBezTo>
                  <a:cubicBezTo>
                    <a:pt x="350157" y="546668"/>
                    <a:pt x="381730" y="558800"/>
                    <a:pt x="416232" y="558800"/>
                  </a:cubicBezTo>
                  <a:cubicBezTo>
                    <a:pt x="494618" y="558800"/>
                    <a:pt x="558800" y="495135"/>
                    <a:pt x="558800" y="415884"/>
                  </a:cubicBezTo>
                  <a:cubicBezTo>
                    <a:pt x="558800" y="381312"/>
                    <a:pt x="546247" y="349534"/>
                    <a:pt x="525581" y="324782"/>
                  </a:cubicBezTo>
                  <a:cubicBezTo>
                    <a:pt x="509342" y="305335"/>
                    <a:pt x="509342" y="254131"/>
                    <a:pt x="525556" y="234663"/>
                  </a:cubicBezTo>
                  <a:cubicBezTo>
                    <a:pt x="546238" y="209831"/>
                    <a:pt x="558800" y="177872"/>
                    <a:pt x="558800" y="142916"/>
                  </a:cubicBezTo>
                  <a:cubicBezTo>
                    <a:pt x="558800" y="64349"/>
                    <a:pt x="494618" y="0"/>
                    <a:pt x="416232" y="0"/>
                  </a:cubicBezTo>
                  <a:cubicBezTo>
                    <a:pt x="382027" y="0"/>
                    <a:pt x="350824" y="11865"/>
                    <a:pt x="326295" y="31724"/>
                  </a:cubicBezTo>
                  <a:cubicBezTo>
                    <a:pt x="306327" y="47891"/>
                    <a:pt x="252153" y="47709"/>
                    <a:pt x="232185" y="31544"/>
                  </a:cubicBezTo>
                  <a:cubicBezTo>
                    <a:pt x="207787" y="11793"/>
                    <a:pt x="176670" y="0"/>
                    <a:pt x="142568" y="0"/>
                  </a:cubicBezTo>
                  <a:cubicBezTo>
                    <a:pt x="64181" y="0"/>
                    <a:pt x="0" y="64349"/>
                    <a:pt x="0" y="142916"/>
                  </a:cubicBezTo>
                  <a:cubicBezTo>
                    <a:pt x="0" y="177697"/>
                    <a:pt x="12437" y="209512"/>
                    <a:pt x="33042" y="234291"/>
                  </a:cubicBezTo>
                  <a:close/>
                </a:path>
              </a:pathLst>
            </a:custGeom>
            <a:solidFill>
              <a:srgbClr val="F5F6F0"/>
            </a:solidFill>
            <a:ln w="28575" cap="sq">
              <a:solidFill>
                <a:srgbClr val="56D363"/>
              </a:solidFill>
              <a:prstDash val="solid"/>
              <a:miter/>
            </a:ln>
          </p:spPr>
        </p:sp>
        <p:sp>
          <p:nvSpPr>
            <p:cNvPr name="TextBox 20" id="20"/>
            <p:cNvSpPr txBox="true"/>
            <p:nvPr/>
          </p:nvSpPr>
          <p:spPr>
            <a:xfrm>
              <a:off x="44450" y="73025"/>
              <a:ext cx="469900" cy="441325"/>
            </a:xfrm>
            <a:prstGeom prst="rect">
              <a:avLst/>
            </a:prstGeom>
          </p:spPr>
          <p:txBody>
            <a:bodyPr anchor="ctr" rtlCol="false" tIns="50800" lIns="50800" bIns="50800" rIns="50800"/>
            <a:lstStyle/>
            <a:p>
              <a:pPr algn="ctr" marL="0" indent="0" lvl="0">
                <a:lnSpc>
                  <a:spcPts val="2640"/>
                </a:lnSpc>
                <a:spcBef>
                  <a:spcPct val="0"/>
                </a:spcBef>
              </a:pPr>
            </a:p>
          </p:txBody>
        </p:sp>
      </p:grpSp>
    </p:spTree>
  </p:cSld>
  <p:clrMapOvr>
    <a:masterClrMapping/>
  </p:clrMapOvr>
</p:sld>
</file>

<file path=ppt/slides/slide9.xml><?xml version="1.0" encoding="utf-8"?>
<p:sld xmlns:p="http://schemas.openxmlformats.org/presentationml/2006/main" xmlns:a="http://schemas.openxmlformats.org/drawingml/2006/main">
  <p:cSld>
    <p:bg>
      <p:bgPr>
        <a:solidFill>
          <a:srgbClr val="F5F6F0"/>
        </a:solidFill>
      </p:bgPr>
    </p:bg>
    <p:spTree>
      <p:nvGrpSpPr>
        <p:cNvPr id="1" name=""/>
        <p:cNvGrpSpPr/>
        <p:nvPr/>
      </p:nvGrpSpPr>
      <p:grpSpPr>
        <a:xfrm>
          <a:off x="0" y="0"/>
          <a:ext cx="0" cy="0"/>
          <a:chOff x="0" y="0"/>
          <a:chExt cx="0" cy="0"/>
        </a:xfrm>
      </p:grpSpPr>
      <p:grpSp>
        <p:nvGrpSpPr>
          <p:cNvPr name="Group 2" id="2"/>
          <p:cNvGrpSpPr/>
          <p:nvPr/>
        </p:nvGrpSpPr>
        <p:grpSpPr>
          <a:xfrm rot="0">
            <a:off x="-885309" y="5759409"/>
            <a:ext cx="1770618" cy="2356168"/>
            <a:chOff x="0" y="0"/>
            <a:chExt cx="2360824" cy="3141557"/>
          </a:xfrm>
        </p:grpSpPr>
        <p:grpSp>
          <p:nvGrpSpPr>
            <p:cNvPr name="Group 3" id="3"/>
            <p:cNvGrpSpPr/>
            <p:nvPr/>
          </p:nvGrpSpPr>
          <p:grpSpPr>
            <a:xfrm rot="0">
              <a:off x="0" y="0"/>
              <a:ext cx="2360824" cy="2210133"/>
              <a:chOff x="0" y="0"/>
              <a:chExt cx="596900" cy="558800"/>
            </a:xfrm>
          </p:grpSpPr>
          <p:sp>
            <p:nvSpPr>
              <p:cNvPr name="Freeform 4" id="4"/>
              <p:cNvSpPr/>
              <p:nvPr/>
            </p:nvSpPr>
            <p:spPr>
              <a:xfrm flipH="false" flipV="false" rot="0">
                <a:off x="0" y="0"/>
                <a:ext cx="596900" cy="558800"/>
              </a:xfrm>
              <a:custGeom>
                <a:avLst/>
                <a:gdLst/>
                <a:ahLst/>
                <a:cxnLst/>
                <a:rect r="r" b="b" t="t" l="l"/>
                <a:pathLst>
                  <a:path h="558800" w="596900">
                    <a:moveTo>
                      <a:pt x="596900" y="0"/>
                    </a:moveTo>
                    <a:lnTo>
                      <a:pt x="596900" y="304800"/>
                    </a:lnTo>
                    <a:lnTo>
                      <a:pt x="330200" y="558800"/>
                    </a:lnTo>
                    <a:lnTo>
                      <a:pt x="0" y="558800"/>
                    </a:lnTo>
                    <a:lnTo>
                      <a:pt x="0" y="248920"/>
                    </a:lnTo>
                    <a:lnTo>
                      <a:pt x="262890" y="0"/>
                    </a:lnTo>
                    <a:lnTo>
                      <a:pt x="596900" y="0"/>
                    </a:lnTo>
                    <a:close/>
                  </a:path>
                </a:pathLst>
              </a:custGeom>
              <a:solidFill>
                <a:srgbClr val="56D363"/>
              </a:solidFill>
              <a:ln w="28575" cap="sq">
                <a:solidFill>
                  <a:srgbClr val="000000"/>
                </a:solidFill>
                <a:prstDash val="solid"/>
                <a:miter/>
              </a:ln>
            </p:spPr>
          </p:sp>
          <p:sp>
            <p:nvSpPr>
              <p:cNvPr name="TextBox 5" id="5"/>
              <p:cNvSpPr txBox="true"/>
              <p:nvPr/>
            </p:nvSpPr>
            <p:spPr>
              <a:xfrm>
                <a:off x="101600" y="161925"/>
                <a:ext cx="393700" cy="264795"/>
              </a:xfrm>
              <a:prstGeom prst="rect">
                <a:avLst/>
              </a:prstGeom>
            </p:spPr>
            <p:txBody>
              <a:bodyPr anchor="ctr" rtlCol="false" tIns="50800" lIns="50800" bIns="50800" rIns="50800"/>
              <a:lstStyle/>
              <a:p>
                <a:pPr algn="ctr" marL="0" indent="0" lvl="0">
                  <a:lnSpc>
                    <a:spcPts val="2640"/>
                  </a:lnSpc>
                  <a:spcBef>
                    <a:spcPct val="0"/>
                  </a:spcBef>
                </a:pPr>
              </a:p>
            </p:txBody>
          </p:sp>
        </p:grpSp>
        <p:grpSp>
          <p:nvGrpSpPr>
            <p:cNvPr name="Group 6" id="6"/>
            <p:cNvGrpSpPr/>
            <p:nvPr/>
          </p:nvGrpSpPr>
          <p:grpSpPr>
            <a:xfrm rot="0">
              <a:off x="264514" y="1813412"/>
              <a:ext cx="1418701" cy="1328146"/>
              <a:chOff x="0" y="0"/>
              <a:chExt cx="596900" cy="558800"/>
            </a:xfrm>
          </p:grpSpPr>
          <p:sp>
            <p:nvSpPr>
              <p:cNvPr name="Freeform 7" id="7"/>
              <p:cNvSpPr/>
              <p:nvPr/>
            </p:nvSpPr>
            <p:spPr>
              <a:xfrm flipH="false" flipV="false" rot="0">
                <a:off x="0" y="0"/>
                <a:ext cx="596900" cy="558800"/>
              </a:xfrm>
              <a:custGeom>
                <a:avLst/>
                <a:gdLst/>
                <a:ahLst/>
                <a:cxnLst/>
                <a:rect r="r" b="b" t="t" l="l"/>
                <a:pathLst>
                  <a:path h="558800" w="596900">
                    <a:moveTo>
                      <a:pt x="596900" y="0"/>
                    </a:moveTo>
                    <a:lnTo>
                      <a:pt x="596900" y="304800"/>
                    </a:lnTo>
                    <a:lnTo>
                      <a:pt x="330200" y="558800"/>
                    </a:lnTo>
                    <a:lnTo>
                      <a:pt x="0" y="558800"/>
                    </a:lnTo>
                    <a:lnTo>
                      <a:pt x="0" y="248920"/>
                    </a:lnTo>
                    <a:lnTo>
                      <a:pt x="262890" y="0"/>
                    </a:lnTo>
                    <a:lnTo>
                      <a:pt x="596900" y="0"/>
                    </a:lnTo>
                    <a:close/>
                  </a:path>
                </a:pathLst>
              </a:custGeom>
              <a:solidFill>
                <a:srgbClr val="F5F6F0"/>
              </a:solidFill>
              <a:ln w="28575" cap="sq">
                <a:solidFill>
                  <a:srgbClr val="000000"/>
                </a:solidFill>
                <a:prstDash val="solid"/>
                <a:miter/>
              </a:ln>
            </p:spPr>
          </p:sp>
          <p:sp>
            <p:nvSpPr>
              <p:cNvPr name="TextBox 8" id="8"/>
              <p:cNvSpPr txBox="true"/>
              <p:nvPr/>
            </p:nvSpPr>
            <p:spPr>
              <a:xfrm>
                <a:off x="101600" y="161925"/>
                <a:ext cx="393700" cy="264795"/>
              </a:xfrm>
              <a:prstGeom prst="rect">
                <a:avLst/>
              </a:prstGeom>
            </p:spPr>
            <p:txBody>
              <a:bodyPr anchor="ctr" rtlCol="false" tIns="50800" lIns="50800" bIns="50800" rIns="50800"/>
              <a:lstStyle/>
              <a:p>
                <a:pPr algn="ctr" marL="0" indent="0" lvl="0">
                  <a:lnSpc>
                    <a:spcPts val="2640"/>
                  </a:lnSpc>
                  <a:spcBef>
                    <a:spcPct val="0"/>
                  </a:spcBef>
                </a:pPr>
              </a:p>
            </p:txBody>
          </p:sp>
        </p:grpSp>
      </p:grpSp>
      <p:grpSp>
        <p:nvGrpSpPr>
          <p:cNvPr name="Group 9" id="9"/>
          <p:cNvGrpSpPr/>
          <p:nvPr/>
        </p:nvGrpSpPr>
        <p:grpSpPr>
          <a:xfrm rot="-2996274">
            <a:off x="17236764" y="2042256"/>
            <a:ext cx="3086100" cy="3086100"/>
            <a:chOff x="0" y="0"/>
            <a:chExt cx="558800" cy="558800"/>
          </a:xfrm>
        </p:grpSpPr>
        <p:sp>
          <p:nvSpPr>
            <p:cNvPr name="Freeform 10" id="10"/>
            <p:cNvSpPr/>
            <p:nvPr/>
          </p:nvSpPr>
          <p:spPr>
            <a:xfrm flipH="false" flipV="false" rot="0">
              <a:off x="0" y="0"/>
              <a:ext cx="558800" cy="558800"/>
            </a:xfrm>
            <a:custGeom>
              <a:avLst/>
              <a:gdLst/>
              <a:ahLst/>
              <a:cxnLst/>
              <a:rect r="r" b="b" t="t" l="l"/>
              <a:pathLst>
                <a:path h="558800" w="558800">
                  <a:moveTo>
                    <a:pt x="33042" y="234291"/>
                  </a:moveTo>
                  <a:cubicBezTo>
                    <a:pt x="49299" y="253840"/>
                    <a:pt x="49332" y="305706"/>
                    <a:pt x="33167" y="325331"/>
                  </a:cubicBezTo>
                  <a:cubicBezTo>
                    <a:pt x="12843" y="350003"/>
                    <a:pt x="669" y="381568"/>
                    <a:pt x="669" y="415884"/>
                  </a:cubicBezTo>
                  <a:cubicBezTo>
                    <a:pt x="669" y="495135"/>
                    <a:pt x="64865" y="558800"/>
                    <a:pt x="143251" y="558800"/>
                  </a:cubicBezTo>
                  <a:cubicBezTo>
                    <a:pt x="177745" y="558800"/>
                    <a:pt x="209318" y="546669"/>
                    <a:pt x="233976" y="526404"/>
                  </a:cubicBezTo>
                  <a:cubicBezTo>
                    <a:pt x="253647" y="510238"/>
                    <a:pt x="305827" y="510235"/>
                    <a:pt x="325498" y="526401"/>
                  </a:cubicBezTo>
                  <a:cubicBezTo>
                    <a:pt x="350157" y="546668"/>
                    <a:pt x="381730" y="558800"/>
                    <a:pt x="416232" y="558800"/>
                  </a:cubicBezTo>
                  <a:cubicBezTo>
                    <a:pt x="494618" y="558800"/>
                    <a:pt x="558800" y="495135"/>
                    <a:pt x="558800" y="415884"/>
                  </a:cubicBezTo>
                  <a:cubicBezTo>
                    <a:pt x="558800" y="381312"/>
                    <a:pt x="546247" y="349534"/>
                    <a:pt x="525581" y="324782"/>
                  </a:cubicBezTo>
                  <a:cubicBezTo>
                    <a:pt x="509342" y="305335"/>
                    <a:pt x="509342" y="254131"/>
                    <a:pt x="525556" y="234663"/>
                  </a:cubicBezTo>
                  <a:cubicBezTo>
                    <a:pt x="546238" y="209831"/>
                    <a:pt x="558800" y="177872"/>
                    <a:pt x="558800" y="142916"/>
                  </a:cubicBezTo>
                  <a:cubicBezTo>
                    <a:pt x="558800" y="64349"/>
                    <a:pt x="494618" y="0"/>
                    <a:pt x="416232" y="0"/>
                  </a:cubicBezTo>
                  <a:cubicBezTo>
                    <a:pt x="382027" y="0"/>
                    <a:pt x="350824" y="11865"/>
                    <a:pt x="326295" y="31724"/>
                  </a:cubicBezTo>
                  <a:cubicBezTo>
                    <a:pt x="306327" y="47891"/>
                    <a:pt x="252153" y="47709"/>
                    <a:pt x="232185" y="31544"/>
                  </a:cubicBezTo>
                  <a:cubicBezTo>
                    <a:pt x="207787" y="11793"/>
                    <a:pt x="176670" y="0"/>
                    <a:pt x="142568" y="0"/>
                  </a:cubicBezTo>
                  <a:cubicBezTo>
                    <a:pt x="64181" y="0"/>
                    <a:pt x="0" y="64349"/>
                    <a:pt x="0" y="142916"/>
                  </a:cubicBezTo>
                  <a:cubicBezTo>
                    <a:pt x="0" y="177697"/>
                    <a:pt x="12437" y="209512"/>
                    <a:pt x="33042" y="234291"/>
                  </a:cubicBezTo>
                  <a:close/>
                </a:path>
              </a:pathLst>
            </a:custGeom>
            <a:solidFill>
              <a:srgbClr val="F5F6F0"/>
            </a:solidFill>
            <a:ln w="28575" cap="sq">
              <a:solidFill>
                <a:srgbClr val="56D363"/>
              </a:solidFill>
              <a:prstDash val="solid"/>
              <a:miter/>
            </a:ln>
          </p:spPr>
        </p:sp>
        <p:sp>
          <p:nvSpPr>
            <p:cNvPr name="TextBox 11" id="11"/>
            <p:cNvSpPr txBox="true"/>
            <p:nvPr/>
          </p:nvSpPr>
          <p:spPr>
            <a:xfrm>
              <a:off x="44450" y="73025"/>
              <a:ext cx="469900" cy="441325"/>
            </a:xfrm>
            <a:prstGeom prst="rect">
              <a:avLst/>
            </a:prstGeom>
          </p:spPr>
          <p:txBody>
            <a:bodyPr anchor="ctr" rtlCol="false" tIns="50800" lIns="50800" bIns="50800" rIns="50800"/>
            <a:lstStyle/>
            <a:p>
              <a:pPr algn="ctr" marL="0" indent="0" lvl="0">
                <a:lnSpc>
                  <a:spcPts val="2640"/>
                </a:lnSpc>
                <a:spcBef>
                  <a:spcPct val="0"/>
                </a:spcBef>
              </a:pPr>
            </a:p>
          </p:txBody>
        </p:sp>
      </p:grpSp>
      <p:sp>
        <p:nvSpPr>
          <p:cNvPr name="TextBox 12" id="12"/>
          <p:cNvSpPr txBox="true"/>
          <p:nvPr/>
        </p:nvSpPr>
        <p:spPr>
          <a:xfrm rot="0">
            <a:off x="1181100" y="837565"/>
            <a:ext cx="15273689" cy="857885"/>
          </a:xfrm>
          <a:prstGeom prst="rect">
            <a:avLst/>
          </a:prstGeom>
        </p:spPr>
        <p:txBody>
          <a:bodyPr anchor="t" rtlCol="false" tIns="0" lIns="0" bIns="0" rIns="0">
            <a:spAutoFit/>
          </a:bodyPr>
          <a:lstStyle/>
          <a:p>
            <a:pPr algn="l" marL="0" indent="0" lvl="0">
              <a:lnSpc>
                <a:spcPts val="6399"/>
              </a:lnSpc>
              <a:spcBef>
                <a:spcPct val="0"/>
              </a:spcBef>
            </a:pPr>
            <a:r>
              <a:rPr lang="en-US" b="true" sz="6399">
                <a:solidFill>
                  <a:srgbClr val="000000"/>
                </a:solidFill>
                <a:latin typeface="Nourd Semi-Bold"/>
                <a:ea typeface="Nourd Semi-Bold"/>
                <a:cs typeface="Nourd Semi-Bold"/>
                <a:sym typeface="Nourd Semi-Bold"/>
              </a:rPr>
              <a:t>Problems, Objectives, Methods</a:t>
            </a:r>
          </a:p>
        </p:txBody>
      </p:sp>
      <p:graphicFrame>
        <p:nvGraphicFramePr>
          <p:cNvPr name="Table 13" id="13"/>
          <p:cNvGraphicFramePr>
            <a:graphicFrameLocks noGrp="true"/>
          </p:cNvGraphicFramePr>
          <p:nvPr/>
        </p:nvGraphicFramePr>
        <p:xfrm>
          <a:off x="2707769" y="2063792"/>
          <a:ext cx="12872462" cy="7815742"/>
        </p:xfrm>
        <a:graphic>
          <a:graphicData uri="http://schemas.openxmlformats.org/drawingml/2006/table">
            <a:tbl>
              <a:tblPr/>
              <a:tblGrid>
                <a:gridCol w="3808451"/>
                <a:gridCol w="3809925"/>
                <a:gridCol w="5254086"/>
              </a:tblGrid>
              <a:tr h="832734">
                <a:tc>
                  <a:txBody>
                    <a:bodyPr anchor="t" rtlCol="false"/>
                    <a:lstStyle/>
                    <a:p>
                      <a:pPr algn="ctr">
                        <a:lnSpc>
                          <a:spcPts val="3079"/>
                        </a:lnSpc>
                        <a:defRPr/>
                      </a:pPr>
                      <a:r>
                        <a:rPr lang="en-US" sz="2199" b="true">
                          <a:solidFill>
                            <a:srgbClr val="000000"/>
                          </a:solidFill>
                          <a:latin typeface="Nourd Bold"/>
                          <a:ea typeface="Nourd Bold"/>
                          <a:cs typeface="Nourd Bold"/>
                          <a:sym typeface="Nourd Bold"/>
                        </a:rPr>
                        <a:t>Problems</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95EF6F"/>
                    </a:solidFill>
                  </a:tcPr>
                </a:tc>
                <a:tc>
                  <a:txBody>
                    <a:bodyPr anchor="t" rtlCol="false"/>
                    <a:lstStyle/>
                    <a:p>
                      <a:pPr algn="ctr">
                        <a:lnSpc>
                          <a:spcPts val="3079"/>
                        </a:lnSpc>
                        <a:defRPr/>
                      </a:pPr>
                      <a:r>
                        <a:rPr lang="en-US" sz="2199" b="true">
                          <a:solidFill>
                            <a:srgbClr val="000000"/>
                          </a:solidFill>
                          <a:latin typeface="Nourd Bold"/>
                          <a:ea typeface="Nourd Bold"/>
                          <a:cs typeface="Nourd Bold"/>
                          <a:sym typeface="Nourd Bold"/>
                        </a:rPr>
                        <a:t>Objectives</a:t>
                      </a:r>
                      <a:endParaRPr lang="en-US" sz="1100"/>
                    </a:p>
                  </a:txBody>
                  <a:tcPr marL="190500" marR="190500" marT="190500" marB="190500" anchor="b">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95EF6F"/>
                    </a:solidFill>
                  </a:tcPr>
                </a:tc>
                <a:tc>
                  <a:txBody>
                    <a:bodyPr anchor="t" rtlCol="false"/>
                    <a:lstStyle/>
                    <a:p>
                      <a:pPr algn="ctr">
                        <a:lnSpc>
                          <a:spcPts val="3079"/>
                        </a:lnSpc>
                        <a:defRPr/>
                      </a:pPr>
                      <a:r>
                        <a:rPr lang="en-US" sz="2199" b="true">
                          <a:solidFill>
                            <a:srgbClr val="000000"/>
                          </a:solidFill>
                          <a:latin typeface="Nourd Bold"/>
                          <a:ea typeface="Nourd Bold"/>
                          <a:cs typeface="Nourd Bold"/>
                          <a:sym typeface="Nourd Bold"/>
                        </a:rPr>
                        <a:t>Methods</a:t>
                      </a:r>
                      <a:endParaRPr lang="en-US" sz="1100"/>
                    </a:p>
                  </a:txBody>
                  <a:tcPr marL="190500" marR="190500" marT="190500" marB="190500" anchor="b">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95EF6F"/>
                    </a:solidFill>
                  </a:tcPr>
                </a:tc>
              </a:tr>
              <a:tr h="1929172">
                <a:tc>
                  <a:txBody>
                    <a:bodyPr anchor="t" rtlCol="false"/>
                    <a:lstStyle/>
                    <a:p>
                      <a:pPr algn="l">
                        <a:lnSpc>
                          <a:spcPts val="2940"/>
                        </a:lnSpc>
                        <a:defRPr/>
                      </a:pPr>
                      <a:r>
                        <a:rPr lang="en-US" sz="2100">
                          <a:solidFill>
                            <a:srgbClr val="000000"/>
                          </a:solidFill>
                          <a:latin typeface="Nourd"/>
                          <a:ea typeface="Nourd"/>
                          <a:cs typeface="Nourd"/>
                          <a:sym typeface="Nourd"/>
                        </a:rPr>
                        <a:t>Communication Delay</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l">
                        <a:lnSpc>
                          <a:spcPts val="2940"/>
                        </a:lnSpc>
                        <a:defRPr/>
                      </a:pPr>
                      <a:r>
                        <a:rPr lang="en-US" sz="2100">
                          <a:solidFill>
                            <a:srgbClr val="000000"/>
                          </a:solidFill>
                          <a:latin typeface="Nourd"/>
                          <a:ea typeface="Nourd"/>
                          <a:cs typeface="Nourd"/>
                          <a:sym typeface="Nourd"/>
                        </a:rPr>
                        <a:t>Streamline submission and status tracking</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l">
                        <a:lnSpc>
                          <a:spcPts val="2940"/>
                        </a:lnSpc>
                        <a:defRPr/>
                      </a:pPr>
                      <a:r>
                        <a:rPr lang="en-US" sz="2100">
                          <a:solidFill>
                            <a:srgbClr val="000000"/>
                          </a:solidFill>
                          <a:latin typeface="Nourd"/>
                          <a:ea typeface="Nourd"/>
                          <a:cs typeface="Nourd"/>
                          <a:sym typeface="Nourd"/>
                        </a:rPr>
                        <a:t>Role-based online submission routed upward from Purok through Barangay to DRRM</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560181">
                <a:tc>
                  <a:txBody>
                    <a:bodyPr anchor="t" rtlCol="false"/>
                    <a:lstStyle/>
                    <a:p>
                      <a:pPr algn="l">
                        <a:lnSpc>
                          <a:spcPts val="2940"/>
                        </a:lnSpc>
                        <a:defRPr/>
                      </a:pPr>
                      <a:r>
                        <a:rPr lang="en-US" sz="2100">
                          <a:solidFill>
                            <a:srgbClr val="000000"/>
                          </a:solidFill>
                          <a:latin typeface="Nourd"/>
                          <a:ea typeface="Nourd"/>
                          <a:cs typeface="Nourd"/>
                          <a:sym typeface="Nourd"/>
                        </a:rPr>
                        <a:t>Manual Record Management</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l">
                        <a:lnSpc>
                          <a:spcPts val="2940"/>
                        </a:lnSpc>
                        <a:defRPr/>
                      </a:pPr>
                      <a:r>
                        <a:rPr lang="en-US" sz="2100">
                          <a:solidFill>
                            <a:srgbClr val="000000"/>
                          </a:solidFill>
                          <a:latin typeface="Nourd"/>
                          <a:ea typeface="Nourd"/>
                          <a:cs typeface="Nourd"/>
                          <a:sym typeface="Nourd"/>
                        </a:rPr>
                        <a:t>Reduce repeated handling and support report preparation</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l">
                        <a:lnSpc>
                          <a:spcPts val="2940"/>
                        </a:lnSpc>
                        <a:defRPr/>
                      </a:pPr>
                      <a:r>
                        <a:rPr lang="en-US" sz="2100">
                          <a:solidFill>
                            <a:srgbClr val="000000"/>
                          </a:solidFill>
                          <a:latin typeface="Nourd"/>
                          <a:ea typeface="Nourd"/>
                          <a:cs typeface="Nourd"/>
                          <a:sym typeface="Nourd"/>
                        </a:rPr>
                        <a:t>Centralized records with report history and editable SitRep drafts</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560181">
                <a:tc>
                  <a:txBody>
                    <a:bodyPr anchor="t" rtlCol="false"/>
                    <a:lstStyle/>
                    <a:p>
                      <a:pPr algn="l">
                        <a:lnSpc>
                          <a:spcPts val="2940"/>
                        </a:lnSpc>
                        <a:defRPr/>
                      </a:pPr>
                      <a:r>
                        <a:rPr lang="en-US" sz="2100">
                          <a:solidFill>
                            <a:srgbClr val="000000"/>
                          </a:solidFill>
                          <a:latin typeface="Nourd"/>
                          <a:ea typeface="Nourd"/>
                          <a:cs typeface="Nourd"/>
                          <a:sym typeface="Nourd"/>
                        </a:rPr>
                        <a:t>L</a:t>
                      </a:r>
                      <a:r>
                        <a:rPr lang="en-US" sz="2100">
                          <a:solidFill>
                            <a:srgbClr val="000000"/>
                          </a:solidFill>
                          <a:latin typeface="Nourd"/>
                          <a:ea typeface="Nourd"/>
                          <a:cs typeface="Nourd"/>
                          <a:sym typeface="Nourd"/>
                        </a:rPr>
                        <a:t>imited Data Sharing</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l">
                        <a:lnSpc>
                          <a:spcPts val="2940"/>
                        </a:lnSpc>
                        <a:defRPr/>
                      </a:pPr>
                      <a:r>
                        <a:rPr lang="en-US" sz="2100">
                          <a:solidFill>
                            <a:srgbClr val="000000"/>
                          </a:solidFill>
                          <a:latin typeface="Nourd"/>
                          <a:ea typeface="Nourd"/>
                          <a:cs typeface="Nourd"/>
                          <a:sym typeface="Nourd"/>
                        </a:rPr>
                        <a:t>Provide authorized access to information needed for consolidation </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l">
                        <a:lnSpc>
                          <a:spcPts val="2940"/>
                        </a:lnSpc>
                        <a:defRPr/>
                      </a:pPr>
                      <a:r>
                        <a:rPr lang="en-US" sz="2100">
                          <a:solidFill>
                            <a:srgbClr val="000000"/>
                          </a:solidFill>
                          <a:latin typeface="Nourd"/>
                          <a:ea typeface="Nourd"/>
                          <a:cs typeface="Nourd"/>
                          <a:sym typeface="Nourd"/>
                        </a:rPr>
                        <a:t>Role-and jurisdiction access to source-attributed records and dashboard</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933475">
                <a:tc>
                  <a:txBody>
                    <a:bodyPr anchor="t" rtlCol="false"/>
                    <a:lstStyle/>
                    <a:p>
                      <a:pPr algn="l">
                        <a:lnSpc>
                          <a:spcPts val="2940"/>
                        </a:lnSpc>
                        <a:defRPr/>
                      </a:pPr>
                      <a:r>
                        <a:rPr lang="en-US" sz="2100">
                          <a:solidFill>
                            <a:srgbClr val="000000"/>
                          </a:solidFill>
                          <a:latin typeface="Nourd"/>
                          <a:ea typeface="Nourd"/>
                          <a:cs typeface="Nourd"/>
                          <a:sym typeface="Nourd"/>
                        </a:rPr>
                        <a:t>Inefficient Verification</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l">
                        <a:lnSpc>
                          <a:spcPts val="2940"/>
                        </a:lnSpc>
                        <a:defRPr/>
                      </a:pPr>
                      <a:r>
                        <a:rPr lang="en-US" sz="2100">
                          <a:solidFill>
                            <a:srgbClr val="000000"/>
                          </a:solidFill>
                          <a:latin typeface="Nourd"/>
                          <a:ea typeface="Nourd"/>
                          <a:cs typeface="Nourd"/>
                          <a:sym typeface="Nourd"/>
                        </a:rPr>
                        <a:t>Improve completeness and traceability of review</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l">
                        <a:lnSpc>
                          <a:spcPts val="2940"/>
                        </a:lnSpc>
                        <a:defRPr/>
                      </a:pPr>
                      <a:r>
                        <a:rPr lang="en-US" sz="2100">
                          <a:solidFill>
                            <a:srgbClr val="000000"/>
                          </a:solidFill>
                          <a:latin typeface="Nourd"/>
                          <a:ea typeface="Nourd"/>
                          <a:cs typeface="Nourd"/>
                          <a:sym typeface="Nourd"/>
                        </a:rPr>
                        <a:t>Staged human review supported by completeness and consistency checks, recorded decisions, and correction reasons</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bl>
          </a:graphicData>
        </a:graphic>
      </p:graphicFrame>
    </p:spTree>
  </p:cSld>
  <p:clrMapOvr>
    <a:masterClrMapping/>
  </p:clrMapOvr>
</p:sld>
</file>

<file path=ppt/slides/slide10.xml><?xml version="1.0" encoding="utf-8"?>
<p:sld xmlns:p="http://schemas.openxmlformats.org/presentationml/2006/main" xmlns:a="http://schemas.openxmlformats.org/drawingml/2006/main">
  <p:cSld>
    <p:bg>
      <p:bgPr>
        <a:solidFill>
          <a:srgbClr val="F5F6F0"/>
        </a:solidFill>
      </p:bgPr>
    </p:bg>
    <p:spTree>
      <p:nvGrpSpPr>
        <p:cNvPr id="1" name=""/>
        <p:cNvGrpSpPr/>
        <p:nvPr/>
      </p:nvGrpSpPr>
      <p:grpSpPr>
        <a:xfrm>
          <a:off x="0" y="0"/>
          <a:ext cx="0" cy="0"/>
          <a:chOff x="0" y="0"/>
          <a:chExt cx="0" cy="0"/>
        </a:xfrm>
      </p:grpSpPr>
      <p:grpSp>
        <p:nvGrpSpPr>
          <p:cNvPr name="Group 2" id="2"/>
          <p:cNvGrpSpPr/>
          <p:nvPr/>
        </p:nvGrpSpPr>
        <p:grpSpPr>
          <a:xfrm rot="-5400000">
            <a:off x="1665202" y="3374769"/>
            <a:ext cx="3704580" cy="4520384"/>
            <a:chOff x="0" y="0"/>
            <a:chExt cx="325757" cy="397494"/>
          </a:xfrm>
        </p:grpSpPr>
        <p:sp>
          <p:nvSpPr>
            <p:cNvPr name="Freeform 3" id="3"/>
            <p:cNvSpPr/>
            <p:nvPr/>
          </p:nvSpPr>
          <p:spPr>
            <a:xfrm flipH="false" flipV="false" rot="0">
              <a:off x="0" y="0"/>
              <a:ext cx="325757" cy="397494"/>
            </a:xfrm>
            <a:custGeom>
              <a:avLst/>
              <a:gdLst/>
              <a:ahLst/>
              <a:cxnLst/>
              <a:rect r="r" b="b" t="t" l="l"/>
              <a:pathLst>
                <a:path h="397494" w="325757">
                  <a:moveTo>
                    <a:pt x="0" y="0"/>
                  </a:moveTo>
                  <a:lnTo>
                    <a:pt x="325757" y="0"/>
                  </a:lnTo>
                  <a:lnTo>
                    <a:pt x="325757" y="397494"/>
                  </a:lnTo>
                  <a:lnTo>
                    <a:pt x="0" y="397494"/>
                  </a:lnTo>
                  <a:close/>
                </a:path>
              </a:pathLst>
            </a:custGeom>
            <a:solidFill>
              <a:srgbClr val="FFFFFF"/>
            </a:solidFill>
            <a:ln w="28575" cap="sq">
              <a:solidFill>
                <a:srgbClr val="000000"/>
              </a:solidFill>
              <a:prstDash val="solid"/>
              <a:miter/>
            </a:ln>
          </p:spPr>
        </p:sp>
        <p:sp>
          <p:nvSpPr>
            <p:cNvPr name="TextBox 4" id="4"/>
            <p:cNvSpPr txBox="true"/>
            <p:nvPr/>
          </p:nvSpPr>
          <p:spPr>
            <a:xfrm>
              <a:off x="0" y="28575"/>
              <a:ext cx="325757" cy="368919"/>
            </a:xfrm>
            <a:prstGeom prst="rect">
              <a:avLst/>
            </a:prstGeom>
          </p:spPr>
          <p:txBody>
            <a:bodyPr anchor="ctr" rtlCol="false" tIns="50800" lIns="50800" bIns="50800" rIns="50800"/>
            <a:lstStyle/>
            <a:p>
              <a:pPr algn="ctr" marL="0" indent="0" lvl="0">
                <a:lnSpc>
                  <a:spcPts val="2640"/>
                </a:lnSpc>
                <a:spcBef>
                  <a:spcPct val="0"/>
                </a:spcBef>
              </a:pPr>
            </a:p>
          </p:txBody>
        </p:sp>
      </p:grpSp>
      <p:grpSp>
        <p:nvGrpSpPr>
          <p:cNvPr name="Group 5" id="5"/>
          <p:cNvGrpSpPr/>
          <p:nvPr/>
        </p:nvGrpSpPr>
        <p:grpSpPr>
          <a:xfrm rot="-5400000">
            <a:off x="7275794" y="3347953"/>
            <a:ext cx="3737620" cy="4607058"/>
            <a:chOff x="0" y="0"/>
            <a:chExt cx="328662" cy="405115"/>
          </a:xfrm>
        </p:grpSpPr>
        <p:sp>
          <p:nvSpPr>
            <p:cNvPr name="Freeform 6" id="6"/>
            <p:cNvSpPr/>
            <p:nvPr/>
          </p:nvSpPr>
          <p:spPr>
            <a:xfrm flipH="false" flipV="false" rot="0">
              <a:off x="0" y="0"/>
              <a:ext cx="328662" cy="405115"/>
            </a:xfrm>
            <a:custGeom>
              <a:avLst/>
              <a:gdLst/>
              <a:ahLst/>
              <a:cxnLst/>
              <a:rect r="r" b="b" t="t" l="l"/>
              <a:pathLst>
                <a:path h="405115" w="328662">
                  <a:moveTo>
                    <a:pt x="0" y="0"/>
                  </a:moveTo>
                  <a:lnTo>
                    <a:pt x="328662" y="0"/>
                  </a:lnTo>
                  <a:lnTo>
                    <a:pt x="328662" y="405115"/>
                  </a:lnTo>
                  <a:lnTo>
                    <a:pt x="0" y="405115"/>
                  </a:lnTo>
                  <a:close/>
                </a:path>
              </a:pathLst>
            </a:custGeom>
            <a:solidFill>
              <a:srgbClr val="56D363"/>
            </a:solidFill>
            <a:ln w="28575" cap="sq">
              <a:solidFill>
                <a:srgbClr val="000000"/>
              </a:solidFill>
              <a:prstDash val="solid"/>
              <a:miter/>
            </a:ln>
          </p:spPr>
        </p:sp>
        <p:sp>
          <p:nvSpPr>
            <p:cNvPr name="TextBox 7" id="7"/>
            <p:cNvSpPr txBox="true"/>
            <p:nvPr/>
          </p:nvSpPr>
          <p:spPr>
            <a:xfrm>
              <a:off x="0" y="28575"/>
              <a:ext cx="328662" cy="376540"/>
            </a:xfrm>
            <a:prstGeom prst="rect">
              <a:avLst/>
            </a:prstGeom>
          </p:spPr>
          <p:txBody>
            <a:bodyPr anchor="ctr" rtlCol="false" tIns="50800" lIns="50800" bIns="50800" rIns="50800"/>
            <a:lstStyle/>
            <a:p>
              <a:pPr algn="ctr" marL="0" indent="0" lvl="0">
                <a:lnSpc>
                  <a:spcPts val="2640"/>
                </a:lnSpc>
                <a:spcBef>
                  <a:spcPct val="0"/>
                </a:spcBef>
              </a:pPr>
            </a:p>
          </p:txBody>
        </p:sp>
      </p:grpSp>
      <p:grpSp>
        <p:nvGrpSpPr>
          <p:cNvPr name="Group 8" id="8"/>
          <p:cNvGrpSpPr/>
          <p:nvPr/>
        </p:nvGrpSpPr>
        <p:grpSpPr>
          <a:xfrm rot="-5400000">
            <a:off x="12901698" y="3344585"/>
            <a:ext cx="3737620" cy="4613793"/>
            <a:chOff x="0" y="0"/>
            <a:chExt cx="328662" cy="405707"/>
          </a:xfrm>
        </p:grpSpPr>
        <p:sp>
          <p:nvSpPr>
            <p:cNvPr name="Freeform 9" id="9"/>
            <p:cNvSpPr/>
            <p:nvPr/>
          </p:nvSpPr>
          <p:spPr>
            <a:xfrm flipH="false" flipV="false" rot="0">
              <a:off x="0" y="0"/>
              <a:ext cx="328662" cy="405707"/>
            </a:xfrm>
            <a:custGeom>
              <a:avLst/>
              <a:gdLst/>
              <a:ahLst/>
              <a:cxnLst/>
              <a:rect r="r" b="b" t="t" l="l"/>
              <a:pathLst>
                <a:path h="405707" w="328662">
                  <a:moveTo>
                    <a:pt x="0" y="0"/>
                  </a:moveTo>
                  <a:lnTo>
                    <a:pt x="328662" y="0"/>
                  </a:lnTo>
                  <a:lnTo>
                    <a:pt x="328662" y="405707"/>
                  </a:lnTo>
                  <a:lnTo>
                    <a:pt x="0" y="405707"/>
                  </a:lnTo>
                  <a:close/>
                </a:path>
              </a:pathLst>
            </a:custGeom>
            <a:solidFill>
              <a:srgbClr val="FFFFFF"/>
            </a:solidFill>
            <a:ln w="28575" cap="sq">
              <a:solidFill>
                <a:srgbClr val="000000"/>
              </a:solidFill>
              <a:prstDash val="solid"/>
              <a:miter/>
            </a:ln>
          </p:spPr>
        </p:sp>
        <p:sp>
          <p:nvSpPr>
            <p:cNvPr name="TextBox 10" id="10"/>
            <p:cNvSpPr txBox="true"/>
            <p:nvPr/>
          </p:nvSpPr>
          <p:spPr>
            <a:xfrm>
              <a:off x="0" y="28575"/>
              <a:ext cx="328662" cy="377132"/>
            </a:xfrm>
            <a:prstGeom prst="rect">
              <a:avLst/>
            </a:prstGeom>
          </p:spPr>
          <p:txBody>
            <a:bodyPr anchor="ctr" rtlCol="false" tIns="50800" lIns="50800" bIns="50800" rIns="50800"/>
            <a:lstStyle/>
            <a:p>
              <a:pPr algn="ctr" marL="0" indent="0" lvl="0">
                <a:lnSpc>
                  <a:spcPts val="2640"/>
                </a:lnSpc>
                <a:spcBef>
                  <a:spcPct val="0"/>
                </a:spcBef>
              </a:pPr>
            </a:p>
          </p:txBody>
        </p:sp>
      </p:grpSp>
      <p:grpSp>
        <p:nvGrpSpPr>
          <p:cNvPr name="Group 11" id="11"/>
          <p:cNvGrpSpPr/>
          <p:nvPr/>
        </p:nvGrpSpPr>
        <p:grpSpPr>
          <a:xfrm rot="-10800000">
            <a:off x="-115450" y="8651599"/>
            <a:ext cx="7265884" cy="6969317"/>
            <a:chOff x="0" y="0"/>
            <a:chExt cx="622300" cy="596900"/>
          </a:xfrm>
        </p:grpSpPr>
        <p:sp>
          <p:nvSpPr>
            <p:cNvPr name="Freeform 12" id="12"/>
            <p:cNvSpPr/>
            <p:nvPr/>
          </p:nvSpPr>
          <p:spPr>
            <a:xfrm flipH="false" flipV="false" rot="0">
              <a:off x="0" y="0"/>
              <a:ext cx="622300" cy="596900"/>
            </a:xfrm>
            <a:custGeom>
              <a:avLst/>
              <a:gdLst/>
              <a:ahLst/>
              <a:cxnLst/>
              <a:rect r="r" b="b" t="t" l="l"/>
              <a:pathLst>
                <a:path h="596900" w="622300">
                  <a:moveTo>
                    <a:pt x="295910" y="297180"/>
                  </a:moveTo>
                  <a:lnTo>
                    <a:pt x="295910" y="596900"/>
                  </a:lnTo>
                  <a:cubicBezTo>
                    <a:pt x="129540" y="590550"/>
                    <a:pt x="0" y="459740"/>
                    <a:pt x="0" y="297180"/>
                  </a:cubicBezTo>
                  <a:cubicBezTo>
                    <a:pt x="0" y="135890"/>
                    <a:pt x="129540" y="3810"/>
                    <a:pt x="295910" y="0"/>
                  </a:cubicBezTo>
                  <a:lnTo>
                    <a:pt x="295910" y="299720"/>
                  </a:lnTo>
                  <a:close/>
                  <a:moveTo>
                    <a:pt x="295910" y="287020"/>
                  </a:moveTo>
                  <a:lnTo>
                    <a:pt x="295910" y="289560"/>
                  </a:lnTo>
                  <a:cubicBezTo>
                    <a:pt x="295910" y="210820"/>
                    <a:pt x="328930" y="138430"/>
                    <a:pt x="365760" y="86360"/>
                  </a:cubicBezTo>
                  <a:cubicBezTo>
                    <a:pt x="402590" y="35560"/>
                    <a:pt x="452120" y="2540"/>
                    <a:pt x="511810" y="0"/>
                  </a:cubicBezTo>
                  <a:lnTo>
                    <a:pt x="511810" y="297180"/>
                  </a:lnTo>
                  <a:lnTo>
                    <a:pt x="511810" y="596900"/>
                  </a:lnTo>
                  <a:cubicBezTo>
                    <a:pt x="452120" y="591820"/>
                    <a:pt x="402590" y="560070"/>
                    <a:pt x="365760" y="509270"/>
                  </a:cubicBezTo>
                  <a:cubicBezTo>
                    <a:pt x="328930" y="457200"/>
                    <a:pt x="295910" y="384810"/>
                    <a:pt x="295910" y="304800"/>
                  </a:cubicBezTo>
                  <a:lnTo>
                    <a:pt x="295910" y="287020"/>
                  </a:lnTo>
                  <a:close/>
                  <a:moveTo>
                    <a:pt x="511810" y="297180"/>
                  </a:moveTo>
                  <a:cubicBezTo>
                    <a:pt x="511810" y="214630"/>
                    <a:pt x="533400" y="138430"/>
                    <a:pt x="554990" y="85090"/>
                  </a:cubicBezTo>
                  <a:cubicBezTo>
                    <a:pt x="566420" y="58420"/>
                    <a:pt x="579120" y="36830"/>
                    <a:pt x="593090" y="21590"/>
                  </a:cubicBezTo>
                  <a:cubicBezTo>
                    <a:pt x="604520" y="10160"/>
                    <a:pt x="615950" y="2540"/>
                    <a:pt x="622300" y="1270"/>
                  </a:cubicBezTo>
                  <a:lnTo>
                    <a:pt x="622300" y="596900"/>
                  </a:lnTo>
                  <a:cubicBezTo>
                    <a:pt x="615950" y="591820"/>
                    <a:pt x="600710" y="585470"/>
                    <a:pt x="593090" y="572770"/>
                  </a:cubicBezTo>
                  <a:cubicBezTo>
                    <a:pt x="579120" y="558800"/>
                    <a:pt x="566420" y="537210"/>
                    <a:pt x="554990" y="510540"/>
                  </a:cubicBezTo>
                  <a:cubicBezTo>
                    <a:pt x="534670" y="459740"/>
                    <a:pt x="511810" y="389890"/>
                    <a:pt x="511810" y="313690"/>
                  </a:cubicBezTo>
                  <a:lnTo>
                    <a:pt x="511810" y="297180"/>
                  </a:lnTo>
                  <a:close/>
                </a:path>
              </a:pathLst>
            </a:custGeom>
            <a:solidFill>
              <a:srgbClr val="F5F6F0"/>
            </a:solidFill>
            <a:ln w="28575" cap="sq">
              <a:solidFill>
                <a:srgbClr val="56D363"/>
              </a:solidFill>
              <a:prstDash val="solid"/>
              <a:miter/>
            </a:ln>
          </p:spPr>
        </p:sp>
        <p:sp>
          <p:nvSpPr>
            <p:cNvPr name="TextBox 13" id="13"/>
            <p:cNvSpPr txBox="true"/>
            <p:nvPr/>
          </p:nvSpPr>
          <p:spPr>
            <a:xfrm>
              <a:off x="0" y="155575"/>
              <a:ext cx="622300" cy="314325"/>
            </a:xfrm>
            <a:prstGeom prst="rect">
              <a:avLst/>
            </a:prstGeom>
          </p:spPr>
          <p:txBody>
            <a:bodyPr anchor="ctr" rtlCol="false" tIns="50800" lIns="50800" bIns="50800" rIns="50800"/>
            <a:lstStyle/>
            <a:p>
              <a:pPr algn="ctr" marL="0" indent="0" lvl="0">
                <a:lnSpc>
                  <a:spcPts val="2640"/>
                </a:lnSpc>
                <a:spcBef>
                  <a:spcPct val="0"/>
                </a:spcBef>
              </a:pPr>
            </a:p>
          </p:txBody>
        </p:sp>
      </p:grpSp>
      <p:sp>
        <p:nvSpPr>
          <p:cNvPr name="TextBox 14" id="14"/>
          <p:cNvSpPr txBox="true"/>
          <p:nvPr/>
        </p:nvSpPr>
        <p:spPr>
          <a:xfrm rot="0">
            <a:off x="1257300" y="1637947"/>
            <a:ext cx="8532326" cy="857885"/>
          </a:xfrm>
          <a:prstGeom prst="rect">
            <a:avLst/>
          </a:prstGeom>
        </p:spPr>
        <p:txBody>
          <a:bodyPr anchor="t" rtlCol="false" tIns="0" lIns="0" bIns="0" rIns="0">
            <a:spAutoFit/>
          </a:bodyPr>
          <a:lstStyle/>
          <a:p>
            <a:pPr algn="l" marL="0" indent="0" lvl="0">
              <a:lnSpc>
                <a:spcPts val="6399"/>
              </a:lnSpc>
              <a:spcBef>
                <a:spcPct val="0"/>
              </a:spcBef>
            </a:pPr>
            <a:r>
              <a:rPr lang="en-US" b="true" sz="6399">
                <a:solidFill>
                  <a:srgbClr val="000000"/>
                </a:solidFill>
                <a:latin typeface="Nourd Semi-Bold"/>
                <a:ea typeface="Nourd Semi-Bold"/>
                <a:cs typeface="Nourd Semi-Bold"/>
                <a:sym typeface="Nourd Semi-Bold"/>
              </a:rPr>
              <a:t>Proposed System</a:t>
            </a:r>
          </a:p>
        </p:txBody>
      </p:sp>
      <p:sp>
        <p:nvSpPr>
          <p:cNvPr name="TextBox 15" id="15"/>
          <p:cNvSpPr txBox="true"/>
          <p:nvPr/>
        </p:nvSpPr>
        <p:spPr>
          <a:xfrm rot="0">
            <a:off x="1614948" y="4467014"/>
            <a:ext cx="3805087" cy="407035"/>
          </a:xfrm>
          <a:prstGeom prst="rect">
            <a:avLst/>
          </a:prstGeom>
        </p:spPr>
        <p:txBody>
          <a:bodyPr anchor="t" rtlCol="false" tIns="0" lIns="0" bIns="0" rIns="0">
            <a:spAutoFit/>
          </a:bodyPr>
          <a:lstStyle/>
          <a:p>
            <a:pPr algn="ctr" marL="0" indent="0" lvl="0">
              <a:lnSpc>
                <a:spcPts val="3079"/>
              </a:lnSpc>
              <a:spcBef>
                <a:spcPct val="0"/>
              </a:spcBef>
            </a:pPr>
            <a:r>
              <a:rPr lang="en-US" b="true" sz="2799">
                <a:solidFill>
                  <a:srgbClr val="000000"/>
                </a:solidFill>
                <a:latin typeface="Nourd Medium"/>
                <a:ea typeface="Nourd Medium"/>
                <a:cs typeface="Nourd Medium"/>
                <a:sym typeface="Nourd Medium"/>
              </a:rPr>
              <a:t>what</a:t>
            </a:r>
          </a:p>
        </p:txBody>
      </p:sp>
      <p:sp>
        <p:nvSpPr>
          <p:cNvPr name="TextBox 16" id="16"/>
          <p:cNvSpPr txBox="true"/>
          <p:nvPr/>
        </p:nvSpPr>
        <p:spPr>
          <a:xfrm rot="0">
            <a:off x="7052905" y="4467014"/>
            <a:ext cx="4182190" cy="407035"/>
          </a:xfrm>
          <a:prstGeom prst="rect">
            <a:avLst/>
          </a:prstGeom>
        </p:spPr>
        <p:txBody>
          <a:bodyPr anchor="t" rtlCol="false" tIns="0" lIns="0" bIns="0" rIns="0">
            <a:spAutoFit/>
          </a:bodyPr>
          <a:lstStyle/>
          <a:p>
            <a:pPr algn="ctr" marL="0" indent="0" lvl="0">
              <a:lnSpc>
                <a:spcPts val="3079"/>
              </a:lnSpc>
              <a:spcBef>
                <a:spcPct val="0"/>
              </a:spcBef>
            </a:pPr>
            <a:r>
              <a:rPr lang="en-US" b="true" sz="2799">
                <a:solidFill>
                  <a:srgbClr val="000000"/>
                </a:solidFill>
                <a:latin typeface="Nourd Medium"/>
                <a:ea typeface="Nourd Medium"/>
                <a:cs typeface="Nourd Medium"/>
                <a:sym typeface="Nourd Medium"/>
              </a:rPr>
              <a:t>why</a:t>
            </a:r>
          </a:p>
        </p:txBody>
      </p:sp>
      <p:sp>
        <p:nvSpPr>
          <p:cNvPr name="TextBox 17" id="17"/>
          <p:cNvSpPr txBox="true"/>
          <p:nvPr/>
        </p:nvSpPr>
        <p:spPr>
          <a:xfrm rot="0">
            <a:off x="12470974" y="4467014"/>
            <a:ext cx="4606430" cy="407035"/>
          </a:xfrm>
          <a:prstGeom prst="rect">
            <a:avLst/>
          </a:prstGeom>
        </p:spPr>
        <p:txBody>
          <a:bodyPr anchor="t" rtlCol="false" tIns="0" lIns="0" bIns="0" rIns="0">
            <a:spAutoFit/>
          </a:bodyPr>
          <a:lstStyle/>
          <a:p>
            <a:pPr algn="ctr" marL="0" indent="0" lvl="0">
              <a:lnSpc>
                <a:spcPts val="3079"/>
              </a:lnSpc>
              <a:spcBef>
                <a:spcPct val="0"/>
              </a:spcBef>
            </a:pPr>
            <a:r>
              <a:rPr lang="en-US" b="true" sz="2799">
                <a:solidFill>
                  <a:srgbClr val="000000"/>
                </a:solidFill>
                <a:latin typeface="Nourd Medium"/>
                <a:ea typeface="Nourd Medium"/>
                <a:cs typeface="Nourd Medium"/>
                <a:sym typeface="Nourd Medium"/>
              </a:rPr>
              <a:t>how</a:t>
            </a:r>
          </a:p>
        </p:txBody>
      </p:sp>
      <p:sp>
        <p:nvSpPr>
          <p:cNvPr name="TextBox 18" id="18"/>
          <p:cNvSpPr txBox="true"/>
          <p:nvPr/>
        </p:nvSpPr>
        <p:spPr>
          <a:xfrm rot="0">
            <a:off x="1614948" y="5349644"/>
            <a:ext cx="3805087" cy="1057275"/>
          </a:xfrm>
          <a:prstGeom prst="rect">
            <a:avLst/>
          </a:prstGeom>
        </p:spPr>
        <p:txBody>
          <a:bodyPr anchor="t" rtlCol="false" tIns="0" lIns="0" bIns="0" rIns="0">
            <a:spAutoFit/>
          </a:bodyPr>
          <a:lstStyle/>
          <a:p>
            <a:pPr algn="ctr" marL="0" indent="0" lvl="0">
              <a:lnSpc>
                <a:spcPts val="2160"/>
              </a:lnSpc>
            </a:pPr>
            <a:r>
              <a:rPr lang="en-US" sz="1800" spc="-36">
                <a:solidFill>
                  <a:srgbClr val="5D5D5D"/>
                </a:solidFill>
                <a:latin typeface="Nourd"/>
                <a:ea typeface="Nourd"/>
                <a:cs typeface="Nourd"/>
                <a:sym typeface="Nourd"/>
              </a:rPr>
              <a:t>A centralized web system for aggregate profiles, incident reports, verification, report history, and editable SitRep drafts</a:t>
            </a:r>
          </a:p>
        </p:txBody>
      </p:sp>
      <p:sp>
        <p:nvSpPr>
          <p:cNvPr name="TextBox 19" id="19"/>
          <p:cNvSpPr txBox="true"/>
          <p:nvPr/>
        </p:nvSpPr>
        <p:spPr>
          <a:xfrm rot="0">
            <a:off x="7241456" y="5349644"/>
            <a:ext cx="3805087" cy="1057275"/>
          </a:xfrm>
          <a:prstGeom prst="rect">
            <a:avLst/>
          </a:prstGeom>
        </p:spPr>
        <p:txBody>
          <a:bodyPr anchor="t" rtlCol="false" tIns="0" lIns="0" bIns="0" rIns="0">
            <a:spAutoFit/>
          </a:bodyPr>
          <a:lstStyle/>
          <a:p>
            <a:pPr algn="ctr" marL="0" indent="0" lvl="0">
              <a:lnSpc>
                <a:spcPts val="2160"/>
              </a:lnSpc>
            </a:pPr>
            <a:r>
              <a:rPr lang="en-US" sz="1800" spc="-36">
                <a:solidFill>
                  <a:srgbClr val="5D5D5D"/>
                </a:solidFill>
                <a:latin typeface="Nourd"/>
                <a:ea typeface="Nourd"/>
                <a:cs typeface="Nourd"/>
                <a:sym typeface="Nourd"/>
              </a:rPr>
              <a:t>The paper identifies delays, manual record handling, limited data sharing, and inefficient verification in the current workflow</a:t>
            </a:r>
          </a:p>
        </p:txBody>
      </p:sp>
      <p:sp>
        <p:nvSpPr>
          <p:cNvPr name="TextBox 20" id="20"/>
          <p:cNvSpPr txBox="true"/>
          <p:nvPr/>
        </p:nvSpPr>
        <p:spPr>
          <a:xfrm rot="0">
            <a:off x="12871646" y="5349644"/>
            <a:ext cx="3805087" cy="1057275"/>
          </a:xfrm>
          <a:prstGeom prst="rect">
            <a:avLst/>
          </a:prstGeom>
        </p:spPr>
        <p:txBody>
          <a:bodyPr anchor="t" rtlCol="false" tIns="0" lIns="0" bIns="0" rIns="0">
            <a:spAutoFit/>
          </a:bodyPr>
          <a:lstStyle/>
          <a:p>
            <a:pPr algn="ctr" marL="0" indent="0" lvl="0">
              <a:lnSpc>
                <a:spcPts val="2160"/>
              </a:lnSpc>
            </a:pPr>
            <a:r>
              <a:rPr lang="en-US" sz="1800" spc="-36">
                <a:solidFill>
                  <a:srgbClr val="5D5D5D"/>
                </a:solidFill>
                <a:latin typeface="Nourd"/>
                <a:ea typeface="Nourd"/>
                <a:cs typeface="Nourd"/>
                <a:sym typeface="Nourd"/>
              </a:rPr>
              <a:t>Purok submits initial information, Barangay verifies and consolidates it. DRRM reviews verified reports and prepares the SitRep draft</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5F6F0"/>
        </a:solidFill>
      </p:bgPr>
    </p:bg>
    <p:spTree>
      <p:nvGrpSpPr>
        <p:cNvPr id="1" name=""/>
        <p:cNvGrpSpPr/>
        <p:nvPr/>
      </p:nvGrpSpPr>
      <p:grpSpPr>
        <a:xfrm>
          <a:off x="0" y="0"/>
          <a:ext cx="0" cy="0"/>
          <a:chOff x="0" y="0"/>
          <a:chExt cx="0" cy="0"/>
        </a:xfrm>
      </p:grpSpPr>
      <p:grpSp>
        <p:nvGrpSpPr>
          <p:cNvPr name="Group 2" id="2"/>
          <p:cNvGrpSpPr/>
          <p:nvPr/>
        </p:nvGrpSpPr>
        <p:grpSpPr>
          <a:xfrm rot="0">
            <a:off x="-741918" y="6473260"/>
            <a:ext cx="1770618" cy="2356168"/>
            <a:chOff x="0" y="0"/>
            <a:chExt cx="2360824" cy="3141557"/>
          </a:xfrm>
        </p:grpSpPr>
        <p:grpSp>
          <p:nvGrpSpPr>
            <p:cNvPr name="Group 3" id="3"/>
            <p:cNvGrpSpPr/>
            <p:nvPr/>
          </p:nvGrpSpPr>
          <p:grpSpPr>
            <a:xfrm rot="0">
              <a:off x="0" y="0"/>
              <a:ext cx="2360824" cy="2210133"/>
              <a:chOff x="0" y="0"/>
              <a:chExt cx="596900" cy="558800"/>
            </a:xfrm>
          </p:grpSpPr>
          <p:sp>
            <p:nvSpPr>
              <p:cNvPr name="Freeform 4" id="4"/>
              <p:cNvSpPr/>
              <p:nvPr/>
            </p:nvSpPr>
            <p:spPr>
              <a:xfrm flipH="false" flipV="false" rot="0">
                <a:off x="0" y="0"/>
                <a:ext cx="596900" cy="558800"/>
              </a:xfrm>
              <a:custGeom>
                <a:avLst/>
                <a:gdLst/>
                <a:ahLst/>
                <a:cxnLst/>
                <a:rect r="r" b="b" t="t" l="l"/>
                <a:pathLst>
                  <a:path h="558800" w="596900">
                    <a:moveTo>
                      <a:pt x="596900" y="0"/>
                    </a:moveTo>
                    <a:lnTo>
                      <a:pt x="596900" y="304800"/>
                    </a:lnTo>
                    <a:lnTo>
                      <a:pt x="330200" y="558800"/>
                    </a:lnTo>
                    <a:lnTo>
                      <a:pt x="0" y="558800"/>
                    </a:lnTo>
                    <a:lnTo>
                      <a:pt x="0" y="248920"/>
                    </a:lnTo>
                    <a:lnTo>
                      <a:pt x="262890" y="0"/>
                    </a:lnTo>
                    <a:lnTo>
                      <a:pt x="596900" y="0"/>
                    </a:lnTo>
                    <a:close/>
                  </a:path>
                </a:pathLst>
              </a:custGeom>
              <a:solidFill>
                <a:srgbClr val="56D363"/>
              </a:solidFill>
              <a:ln w="28575" cap="sq">
                <a:solidFill>
                  <a:srgbClr val="000000"/>
                </a:solidFill>
                <a:prstDash val="solid"/>
                <a:miter/>
              </a:ln>
            </p:spPr>
          </p:sp>
          <p:sp>
            <p:nvSpPr>
              <p:cNvPr name="TextBox 5" id="5"/>
              <p:cNvSpPr txBox="true"/>
              <p:nvPr/>
            </p:nvSpPr>
            <p:spPr>
              <a:xfrm>
                <a:off x="101600" y="161925"/>
                <a:ext cx="393700" cy="264795"/>
              </a:xfrm>
              <a:prstGeom prst="rect">
                <a:avLst/>
              </a:prstGeom>
            </p:spPr>
            <p:txBody>
              <a:bodyPr anchor="ctr" rtlCol="false" tIns="50800" lIns="50800" bIns="50800" rIns="50800"/>
              <a:lstStyle/>
              <a:p>
                <a:pPr algn="ctr" marL="0" indent="0" lvl="0">
                  <a:lnSpc>
                    <a:spcPts val="2640"/>
                  </a:lnSpc>
                  <a:spcBef>
                    <a:spcPct val="0"/>
                  </a:spcBef>
                </a:pPr>
              </a:p>
            </p:txBody>
          </p:sp>
        </p:grpSp>
        <p:grpSp>
          <p:nvGrpSpPr>
            <p:cNvPr name="Group 6" id="6"/>
            <p:cNvGrpSpPr/>
            <p:nvPr/>
          </p:nvGrpSpPr>
          <p:grpSpPr>
            <a:xfrm rot="0">
              <a:off x="264514" y="1813412"/>
              <a:ext cx="1418701" cy="1328146"/>
              <a:chOff x="0" y="0"/>
              <a:chExt cx="596900" cy="558800"/>
            </a:xfrm>
          </p:grpSpPr>
          <p:sp>
            <p:nvSpPr>
              <p:cNvPr name="Freeform 7" id="7"/>
              <p:cNvSpPr/>
              <p:nvPr/>
            </p:nvSpPr>
            <p:spPr>
              <a:xfrm flipH="false" flipV="false" rot="0">
                <a:off x="0" y="0"/>
                <a:ext cx="596900" cy="558800"/>
              </a:xfrm>
              <a:custGeom>
                <a:avLst/>
                <a:gdLst/>
                <a:ahLst/>
                <a:cxnLst/>
                <a:rect r="r" b="b" t="t" l="l"/>
                <a:pathLst>
                  <a:path h="558800" w="596900">
                    <a:moveTo>
                      <a:pt x="596900" y="0"/>
                    </a:moveTo>
                    <a:lnTo>
                      <a:pt x="596900" y="304800"/>
                    </a:lnTo>
                    <a:lnTo>
                      <a:pt x="330200" y="558800"/>
                    </a:lnTo>
                    <a:lnTo>
                      <a:pt x="0" y="558800"/>
                    </a:lnTo>
                    <a:lnTo>
                      <a:pt x="0" y="248920"/>
                    </a:lnTo>
                    <a:lnTo>
                      <a:pt x="262890" y="0"/>
                    </a:lnTo>
                    <a:lnTo>
                      <a:pt x="596900" y="0"/>
                    </a:lnTo>
                    <a:close/>
                  </a:path>
                </a:pathLst>
              </a:custGeom>
              <a:solidFill>
                <a:srgbClr val="F5F6F0"/>
              </a:solidFill>
              <a:ln w="28575" cap="sq">
                <a:solidFill>
                  <a:srgbClr val="000000"/>
                </a:solidFill>
                <a:prstDash val="solid"/>
                <a:miter/>
              </a:ln>
            </p:spPr>
          </p:sp>
          <p:sp>
            <p:nvSpPr>
              <p:cNvPr name="TextBox 8" id="8"/>
              <p:cNvSpPr txBox="true"/>
              <p:nvPr/>
            </p:nvSpPr>
            <p:spPr>
              <a:xfrm>
                <a:off x="101600" y="161925"/>
                <a:ext cx="393700" cy="264795"/>
              </a:xfrm>
              <a:prstGeom prst="rect">
                <a:avLst/>
              </a:prstGeom>
            </p:spPr>
            <p:txBody>
              <a:bodyPr anchor="ctr" rtlCol="false" tIns="50800" lIns="50800" bIns="50800" rIns="50800"/>
              <a:lstStyle/>
              <a:p>
                <a:pPr algn="ctr" marL="0" indent="0" lvl="0">
                  <a:lnSpc>
                    <a:spcPts val="2640"/>
                  </a:lnSpc>
                  <a:spcBef>
                    <a:spcPct val="0"/>
                  </a:spcBef>
                </a:pPr>
              </a:p>
            </p:txBody>
          </p:sp>
        </p:grpSp>
      </p:grpSp>
      <p:grpSp>
        <p:nvGrpSpPr>
          <p:cNvPr name="Group 9" id="9"/>
          <p:cNvGrpSpPr/>
          <p:nvPr/>
        </p:nvGrpSpPr>
        <p:grpSpPr>
          <a:xfrm rot="0">
            <a:off x="15716250" y="-1543050"/>
            <a:ext cx="3086100" cy="3086100"/>
            <a:chOff x="0" y="0"/>
            <a:chExt cx="558800" cy="558800"/>
          </a:xfrm>
        </p:grpSpPr>
        <p:sp>
          <p:nvSpPr>
            <p:cNvPr name="Freeform 10" id="10"/>
            <p:cNvSpPr/>
            <p:nvPr/>
          </p:nvSpPr>
          <p:spPr>
            <a:xfrm flipH="false" flipV="false" rot="0">
              <a:off x="0" y="0"/>
              <a:ext cx="558800" cy="558800"/>
            </a:xfrm>
            <a:custGeom>
              <a:avLst/>
              <a:gdLst/>
              <a:ahLst/>
              <a:cxnLst/>
              <a:rect r="r" b="b" t="t" l="l"/>
              <a:pathLst>
                <a:path h="558800" w="558800">
                  <a:moveTo>
                    <a:pt x="33042" y="234291"/>
                  </a:moveTo>
                  <a:cubicBezTo>
                    <a:pt x="49299" y="253840"/>
                    <a:pt x="49332" y="305706"/>
                    <a:pt x="33167" y="325331"/>
                  </a:cubicBezTo>
                  <a:cubicBezTo>
                    <a:pt x="12843" y="350003"/>
                    <a:pt x="669" y="381568"/>
                    <a:pt x="669" y="415884"/>
                  </a:cubicBezTo>
                  <a:cubicBezTo>
                    <a:pt x="669" y="495135"/>
                    <a:pt x="64865" y="558800"/>
                    <a:pt x="143251" y="558800"/>
                  </a:cubicBezTo>
                  <a:cubicBezTo>
                    <a:pt x="177745" y="558800"/>
                    <a:pt x="209318" y="546669"/>
                    <a:pt x="233976" y="526404"/>
                  </a:cubicBezTo>
                  <a:cubicBezTo>
                    <a:pt x="253647" y="510238"/>
                    <a:pt x="305827" y="510235"/>
                    <a:pt x="325498" y="526401"/>
                  </a:cubicBezTo>
                  <a:cubicBezTo>
                    <a:pt x="350157" y="546668"/>
                    <a:pt x="381730" y="558800"/>
                    <a:pt x="416232" y="558800"/>
                  </a:cubicBezTo>
                  <a:cubicBezTo>
                    <a:pt x="494618" y="558800"/>
                    <a:pt x="558800" y="495135"/>
                    <a:pt x="558800" y="415884"/>
                  </a:cubicBezTo>
                  <a:cubicBezTo>
                    <a:pt x="558800" y="381312"/>
                    <a:pt x="546247" y="349534"/>
                    <a:pt x="525581" y="324782"/>
                  </a:cubicBezTo>
                  <a:cubicBezTo>
                    <a:pt x="509342" y="305335"/>
                    <a:pt x="509342" y="254131"/>
                    <a:pt x="525556" y="234663"/>
                  </a:cubicBezTo>
                  <a:cubicBezTo>
                    <a:pt x="546238" y="209831"/>
                    <a:pt x="558800" y="177872"/>
                    <a:pt x="558800" y="142916"/>
                  </a:cubicBezTo>
                  <a:cubicBezTo>
                    <a:pt x="558800" y="64349"/>
                    <a:pt x="494618" y="0"/>
                    <a:pt x="416232" y="0"/>
                  </a:cubicBezTo>
                  <a:cubicBezTo>
                    <a:pt x="382027" y="0"/>
                    <a:pt x="350824" y="11865"/>
                    <a:pt x="326295" y="31724"/>
                  </a:cubicBezTo>
                  <a:cubicBezTo>
                    <a:pt x="306327" y="47891"/>
                    <a:pt x="252153" y="47709"/>
                    <a:pt x="232185" y="31544"/>
                  </a:cubicBezTo>
                  <a:cubicBezTo>
                    <a:pt x="207787" y="11793"/>
                    <a:pt x="176670" y="0"/>
                    <a:pt x="142568" y="0"/>
                  </a:cubicBezTo>
                  <a:cubicBezTo>
                    <a:pt x="64181" y="0"/>
                    <a:pt x="0" y="64349"/>
                    <a:pt x="0" y="142916"/>
                  </a:cubicBezTo>
                  <a:cubicBezTo>
                    <a:pt x="0" y="177697"/>
                    <a:pt x="12437" y="209512"/>
                    <a:pt x="33042" y="234291"/>
                  </a:cubicBezTo>
                  <a:close/>
                </a:path>
              </a:pathLst>
            </a:custGeom>
            <a:solidFill>
              <a:srgbClr val="F5F6F0"/>
            </a:solidFill>
            <a:ln w="28575" cap="sq">
              <a:solidFill>
                <a:srgbClr val="56D363"/>
              </a:solidFill>
              <a:prstDash val="solid"/>
              <a:miter/>
            </a:ln>
          </p:spPr>
        </p:sp>
        <p:sp>
          <p:nvSpPr>
            <p:cNvPr name="TextBox 11" id="11"/>
            <p:cNvSpPr txBox="true"/>
            <p:nvPr/>
          </p:nvSpPr>
          <p:spPr>
            <a:xfrm>
              <a:off x="44450" y="73025"/>
              <a:ext cx="469900" cy="441325"/>
            </a:xfrm>
            <a:prstGeom prst="rect">
              <a:avLst/>
            </a:prstGeom>
          </p:spPr>
          <p:txBody>
            <a:bodyPr anchor="ctr" rtlCol="false" tIns="50800" lIns="50800" bIns="50800" rIns="50800"/>
            <a:lstStyle/>
            <a:p>
              <a:pPr algn="ctr" marL="0" indent="0" lvl="0">
                <a:lnSpc>
                  <a:spcPts val="2640"/>
                </a:lnSpc>
                <a:spcBef>
                  <a:spcPct val="0"/>
                </a:spcBef>
              </a:pPr>
            </a:p>
          </p:txBody>
        </p:sp>
      </p:grpSp>
      <p:sp>
        <p:nvSpPr>
          <p:cNvPr name="Freeform 12" id="12"/>
          <p:cNvSpPr/>
          <p:nvPr/>
        </p:nvSpPr>
        <p:spPr>
          <a:xfrm flipH="false" flipV="false" rot="0">
            <a:off x="-86923" y="-52740"/>
            <a:ext cx="18461845" cy="10392480"/>
          </a:xfrm>
          <a:custGeom>
            <a:avLst/>
            <a:gdLst/>
            <a:ahLst/>
            <a:cxnLst/>
            <a:rect r="r" b="b" t="t" l="l"/>
            <a:pathLst>
              <a:path h="10392480" w="18461845">
                <a:moveTo>
                  <a:pt x="0" y="0"/>
                </a:moveTo>
                <a:lnTo>
                  <a:pt x="18461846" y="0"/>
                </a:lnTo>
                <a:lnTo>
                  <a:pt x="18461846" y="10392480"/>
                </a:lnTo>
                <a:lnTo>
                  <a:pt x="0" y="10392480"/>
                </a:lnTo>
                <a:lnTo>
                  <a:pt x="0" y="0"/>
                </a:lnTo>
                <a:close/>
              </a:path>
            </a:pathLst>
          </a:custGeom>
          <a:blipFill>
            <a:blip r:embed="rId3"/>
            <a:stretch>
              <a:fillRect l="0" t="0" r="0" b="0"/>
            </a:stretch>
          </a:blipFill>
        </p:spPr>
      </p:sp>
    </p:spTree>
  </p:cSld>
  <p:clrMapOvr>
    <a:masterClrMapping/>
  </p:clrMapOvr>
</p:sld>
</file>

<file path=ppt/slides/slide12.xml><?xml version="1.0" encoding="utf-8"?>
<p:sld xmlns:p="http://schemas.openxmlformats.org/presentationml/2006/main" xmlns:a="http://schemas.openxmlformats.org/drawingml/2006/main">
  <p:cSld>
    <p:bg>
      <p:bgPr>
        <a:solidFill>
          <a:srgbClr val="F5F6F0"/>
        </a:solidFill>
      </p:bgPr>
    </p:bg>
    <p:spTree>
      <p:nvGrpSpPr>
        <p:cNvPr id="1" name=""/>
        <p:cNvGrpSpPr/>
        <p:nvPr/>
      </p:nvGrpSpPr>
      <p:grpSpPr>
        <a:xfrm>
          <a:off x="0" y="0"/>
          <a:ext cx="0" cy="0"/>
          <a:chOff x="0" y="0"/>
          <a:chExt cx="0" cy="0"/>
        </a:xfrm>
      </p:grpSpPr>
      <p:grpSp>
        <p:nvGrpSpPr>
          <p:cNvPr name="Group 2" id="2"/>
          <p:cNvGrpSpPr/>
          <p:nvPr/>
        </p:nvGrpSpPr>
        <p:grpSpPr>
          <a:xfrm rot="0">
            <a:off x="-4457915" y="9064398"/>
            <a:ext cx="6594690" cy="1766435"/>
            <a:chOff x="0" y="0"/>
            <a:chExt cx="711200" cy="190500"/>
          </a:xfrm>
        </p:grpSpPr>
        <p:sp>
          <p:nvSpPr>
            <p:cNvPr name="Freeform 3" id="3"/>
            <p:cNvSpPr/>
            <p:nvPr/>
          </p:nvSpPr>
          <p:spPr>
            <a:xfrm flipH="false" flipV="false" rot="0">
              <a:off x="0" y="0"/>
              <a:ext cx="711200" cy="190500"/>
            </a:xfrm>
            <a:custGeom>
              <a:avLst/>
              <a:gdLst/>
              <a:ahLst/>
              <a:cxnLst/>
              <a:rect r="r" b="b" t="t" l="l"/>
              <a:pathLst>
                <a:path h="190500" w="711200">
                  <a:moveTo>
                    <a:pt x="711200" y="0"/>
                  </a:moveTo>
                  <a:lnTo>
                    <a:pt x="711200" y="142894"/>
                  </a:lnTo>
                  <a:cubicBezTo>
                    <a:pt x="651933" y="142894"/>
                    <a:pt x="651933" y="190500"/>
                    <a:pt x="592667" y="190500"/>
                  </a:cubicBezTo>
                  <a:cubicBezTo>
                    <a:pt x="533381" y="190500"/>
                    <a:pt x="533381" y="142894"/>
                    <a:pt x="474115" y="142894"/>
                  </a:cubicBezTo>
                  <a:cubicBezTo>
                    <a:pt x="414848" y="142894"/>
                    <a:pt x="414848" y="190500"/>
                    <a:pt x="355581" y="190500"/>
                  </a:cubicBezTo>
                  <a:cubicBezTo>
                    <a:pt x="296315" y="190500"/>
                    <a:pt x="296315" y="142894"/>
                    <a:pt x="237048" y="142894"/>
                  </a:cubicBezTo>
                  <a:cubicBezTo>
                    <a:pt x="177781" y="142894"/>
                    <a:pt x="177781" y="190500"/>
                    <a:pt x="118533" y="190500"/>
                  </a:cubicBezTo>
                  <a:cubicBezTo>
                    <a:pt x="59267" y="190500"/>
                    <a:pt x="59267" y="142894"/>
                    <a:pt x="0" y="142894"/>
                  </a:cubicBezTo>
                  <a:lnTo>
                    <a:pt x="0" y="0"/>
                  </a:lnTo>
                  <a:cubicBezTo>
                    <a:pt x="59267" y="0"/>
                    <a:pt x="59267" y="47606"/>
                    <a:pt x="118533" y="47606"/>
                  </a:cubicBezTo>
                  <a:cubicBezTo>
                    <a:pt x="177781" y="47606"/>
                    <a:pt x="177781" y="0"/>
                    <a:pt x="237048" y="0"/>
                  </a:cubicBezTo>
                  <a:cubicBezTo>
                    <a:pt x="296315" y="0"/>
                    <a:pt x="296315" y="47606"/>
                    <a:pt x="355581" y="47606"/>
                  </a:cubicBezTo>
                  <a:cubicBezTo>
                    <a:pt x="414848" y="47606"/>
                    <a:pt x="414848" y="0"/>
                    <a:pt x="474115" y="0"/>
                  </a:cubicBezTo>
                  <a:cubicBezTo>
                    <a:pt x="533381" y="0"/>
                    <a:pt x="533381" y="47606"/>
                    <a:pt x="592667" y="47606"/>
                  </a:cubicBezTo>
                  <a:cubicBezTo>
                    <a:pt x="651933" y="47606"/>
                    <a:pt x="651933" y="0"/>
                    <a:pt x="711200" y="0"/>
                  </a:cubicBezTo>
                  <a:close/>
                </a:path>
              </a:pathLst>
            </a:custGeom>
            <a:solidFill>
              <a:srgbClr val="F5F6F0"/>
            </a:solidFill>
            <a:ln w="28575" cap="sq">
              <a:solidFill>
                <a:srgbClr val="56D363"/>
              </a:solidFill>
              <a:prstDash val="solid"/>
              <a:miter/>
            </a:ln>
          </p:spPr>
        </p:sp>
        <p:sp>
          <p:nvSpPr>
            <p:cNvPr name="TextBox 4" id="4"/>
            <p:cNvSpPr txBox="true"/>
            <p:nvPr/>
          </p:nvSpPr>
          <p:spPr>
            <a:xfrm>
              <a:off x="0" y="79375"/>
              <a:ext cx="711200" cy="60325"/>
            </a:xfrm>
            <a:prstGeom prst="rect">
              <a:avLst/>
            </a:prstGeom>
          </p:spPr>
          <p:txBody>
            <a:bodyPr anchor="ctr" rtlCol="false" tIns="50800" lIns="50800" bIns="50800" rIns="50800"/>
            <a:lstStyle/>
            <a:p>
              <a:pPr algn="ctr" marL="0" indent="0" lvl="0">
                <a:lnSpc>
                  <a:spcPts val="2640"/>
                </a:lnSpc>
                <a:spcBef>
                  <a:spcPct val="0"/>
                </a:spcBef>
              </a:pPr>
            </a:p>
          </p:txBody>
        </p:sp>
      </p:grpSp>
      <p:sp>
        <p:nvSpPr>
          <p:cNvPr name="TextBox 5" id="5"/>
          <p:cNvSpPr txBox="true"/>
          <p:nvPr/>
        </p:nvSpPr>
        <p:spPr>
          <a:xfrm rot="0">
            <a:off x="373384" y="388864"/>
            <a:ext cx="14184673" cy="857885"/>
          </a:xfrm>
          <a:prstGeom prst="rect">
            <a:avLst/>
          </a:prstGeom>
        </p:spPr>
        <p:txBody>
          <a:bodyPr anchor="t" rtlCol="false" tIns="0" lIns="0" bIns="0" rIns="0">
            <a:spAutoFit/>
          </a:bodyPr>
          <a:lstStyle/>
          <a:p>
            <a:pPr algn="l" marL="0" indent="0" lvl="0">
              <a:lnSpc>
                <a:spcPts val="6399"/>
              </a:lnSpc>
              <a:spcBef>
                <a:spcPct val="0"/>
              </a:spcBef>
            </a:pPr>
            <a:r>
              <a:rPr lang="en-US" b="true" sz="6399">
                <a:solidFill>
                  <a:srgbClr val="000000"/>
                </a:solidFill>
                <a:latin typeface="Nourd Semi-Bold"/>
                <a:ea typeface="Nourd Semi-Bold"/>
                <a:cs typeface="Nourd Semi-Bold"/>
                <a:sym typeface="Nourd Semi-Bold"/>
              </a:rPr>
              <a:t>Scope and Limitation</a:t>
            </a:r>
          </a:p>
        </p:txBody>
      </p:sp>
      <p:grpSp>
        <p:nvGrpSpPr>
          <p:cNvPr name="Group 6" id="6"/>
          <p:cNvGrpSpPr/>
          <p:nvPr/>
        </p:nvGrpSpPr>
        <p:grpSpPr>
          <a:xfrm rot="0">
            <a:off x="2603500" y="1246749"/>
            <a:ext cx="7244945" cy="8329846"/>
            <a:chOff x="0" y="0"/>
            <a:chExt cx="9659927" cy="11106462"/>
          </a:xfrm>
        </p:grpSpPr>
        <p:grpSp>
          <p:nvGrpSpPr>
            <p:cNvPr name="Group 7" id="7"/>
            <p:cNvGrpSpPr/>
            <p:nvPr/>
          </p:nvGrpSpPr>
          <p:grpSpPr>
            <a:xfrm rot="-5400000">
              <a:off x="-723267" y="723267"/>
              <a:ext cx="11106462" cy="9659927"/>
              <a:chOff x="0" y="0"/>
              <a:chExt cx="518575" cy="451034"/>
            </a:xfrm>
          </p:grpSpPr>
          <p:sp>
            <p:nvSpPr>
              <p:cNvPr name="Freeform 8" id="8"/>
              <p:cNvSpPr/>
              <p:nvPr/>
            </p:nvSpPr>
            <p:spPr>
              <a:xfrm flipH="false" flipV="false" rot="0">
                <a:off x="0" y="0"/>
                <a:ext cx="518575" cy="451034"/>
              </a:xfrm>
              <a:custGeom>
                <a:avLst/>
                <a:gdLst/>
                <a:ahLst/>
                <a:cxnLst/>
                <a:rect r="r" b="b" t="t" l="l"/>
                <a:pathLst>
                  <a:path h="451034" w="518575">
                    <a:moveTo>
                      <a:pt x="25640" y="0"/>
                    </a:moveTo>
                    <a:lnTo>
                      <a:pt x="492934" y="0"/>
                    </a:lnTo>
                    <a:cubicBezTo>
                      <a:pt x="499735" y="0"/>
                      <a:pt x="506256" y="2701"/>
                      <a:pt x="511065" y="7510"/>
                    </a:cubicBezTo>
                    <a:cubicBezTo>
                      <a:pt x="515873" y="12318"/>
                      <a:pt x="518575" y="18840"/>
                      <a:pt x="518575" y="25640"/>
                    </a:cubicBezTo>
                    <a:lnTo>
                      <a:pt x="518575" y="425394"/>
                    </a:lnTo>
                    <a:cubicBezTo>
                      <a:pt x="518575" y="439555"/>
                      <a:pt x="507095" y="451034"/>
                      <a:pt x="492934" y="451034"/>
                    </a:cubicBezTo>
                    <a:lnTo>
                      <a:pt x="25640" y="451034"/>
                    </a:lnTo>
                    <a:cubicBezTo>
                      <a:pt x="18840" y="451034"/>
                      <a:pt x="12318" y="448333"/>
                      <a:pt x="7510" y="443524"/>
                    </a:cubicBezTo>
                    <a:cubicBezTo>
                      <a:pt x="2701" y="438716"/>
                      <a:pt x="0" y="432194"/>
                      <a:pt x="0" y="425394"/>
                    </a:cubicBezTo>
                    <a:lnTo>
                      <a:pt x="0" y="25640"/>
                    </a:lnTo>
                    <a:cubicBezTo>
                      <a:pt x="0" y="18840"/>
                      <a:pt x="2701" y="12318"/>
                      <a:pt x="7510" y="7510"/>
                    </a:cubicBezTo>
                    <a:cubicBezTo>
                      <a:pt x="12318" y="2701"/>
                      <a:pt x="18840" y="0"/>
                      <a:pt x="25640" y="0"/>
                    </a:cubicBezTo>
                    <a:close/>
                  </a:path>
                </a:pathLst>
              </a:custGeom>
              <a:solidFill>
                <a:srgbClr val="FFFFFF"/>
              </a:solidFill>
              <a:ln cap="rnd">
                <a:noFill/>
                <a:prstDash val="solid"/>
                <a:round/>
              </a:ln>
            </p:spPr>
          </p:sp>
          <p:sp>
            <p:nvSpPr>
              <p:cNvPr name="TextBox 9" id="9"/>
              <p:cNvSpPr txBox="true"/>
              <p:nvPr/>
            </p:nvSpPr>
            <p:spPr>
              <a:xfrm>
                <a:off x="0" y="28575"/>
                <a:ext cx="518575" cy="422459"/>
              </a:xfrm>
              <a:prstGeom prst="rect">
                <a:avLst/>
              </a:prstGeom>
            </p:spPr>
            <p:txBody>
              <a:bodyPr anchor="ctr" rtlCol="false" tIns="50800" lIns="50800" bIns="50800" rIns="50800"/>
              <a:lstStyle/>
              <a:p>
                <a:pPr algn="ctr">
                  <a:lnSpc>
                    <a:spcPts val="2640"/>
                  </a:lnSpc>
                </a:pPr>
              </a:p>
            </p:txBody>
          </p:sp>
        </p:grpSp>
        <p:grpSp>
          <p:nvGrpSpPr>
            <p:cNvPr name="Group 10" id="10"/>
            <p:cNvGrpSpPr/>
            <p:nvPr/>
          </p:nvGrpSpPr>
          <p:grpSpPr>
            <a:xfrm rot="0">
              <a:off x="760884" y="411535"/>
              <a:ext cx="2875016" cy="2211550"/>
              <a:chOff x="0" y="0"/>
              <a:chExt cx="660400" cy="508000"/>
            </a:xfrm>
          </p:grpSpPr>
          <p:sp>
            <p:nvSpPr>
              <p:cNvPr name="Freeform 11" id="11"/>
              <p:cNvSpPr/>
              <p:nvPr/>
            </p:nvSpPr>
            <p:spPr>
              <a:xfrm flipH="false" flipV="false" rot="0">
                <a:off x="0" y="0"/>
                <a:ext cx="660400" cy="508000"/>
              </a:xfrm>
              <a:custGeom>
                <a:avLst/>
                <a:gdLst/>
                <a:ahLst/>
                <a:cxnLst/>
                <a:rect r="r" b="b" t="t" l="l"/>
                <a:pathLst>
                  <a:path h="508000" w="660400">
                    <a:moveTo>
                      <a:pt x="659130" y="0"/>
                    </a:moveTo>
                    <a:cubicBezTo>
                      <a:pt x="660400" y="5080"/>
                      <a:pt x="660400" y="10160"/>
                      <a:pt x="660400" y="16510"/>
                    </a:cubicBezTo>
                    <a:cubicBezTo>
                      <a:pt x="660400" y="86360"/>
                      <a:pt x="618490" y="148590"/>
                      <a:pt x="557530" y="176530"/>
                    </a:cubicBezTo>
                    <a:cubicBezTo>
                      <a:pt x="618490" y="204470"/>
                      <a:pt x="660400" y="264160"/>
                      <a:pt x="660400" y="336550"/>
                    </a:cubicBezTo>
                    <a:cubicBezTo>
                      <a:pt x="660400" y="434340"/>
                      <a:pt x="584200" y="508000"/>
                      <a:pt x="482600" y="508000"/>
                    </a:cubicBezTo>
                    <a:lnTo>
                      <a:pt x="177800" y="508000"/>
                    </a:lnTo>
                    <a:cubicBezTo>
                      <a:pt x="76200" y="508000"/>
                      <a:pt x="0" y="434340"/>
                      <a:pt x="0" y="336550"/>
                    </a:cubicBezTo>
                    <a:cubicBezTo>
                      <a:pt x="0" y="264160"/>
                      <a:pt x="41910" y="204470"/>
                      <a:pt x="102870" y="176530"/>
                    </a:cubicBezTo>
                    <a:cubicBezTo>
                      <a:pt x="41910" y="148590"/>
                      <a:pt x="0" y="86360"/>
                      <a:pt x="0" y="16510"/>
                    </a:cubicBezTo>
                    <a:cubicBezTo>
                      <a:pt x="0" y="10160"/>
                      <a:pt x="0" y="5080"/>
                      <a:pt x="0" y="0"/>
                    </a:cubicBezTo>
                    <a:lnTo>
                      <a:pt x="659130" y="0"/>
                    </a:lnTo>
                    <a:close/>
                  </a:path>
                </a:pathLst>
              </a:custGeom>
              <a:solidFill>
                <a:srgbClr val="56D363"/>
              </a:solidFill>
              <a:ln w="28575" cap="sq">
                <a:solidFill>
                  <a:srgbClr val="000000"/>
                </a:solidFill>
                <a:prstDash val="solid"/>
                <a:miter/>
              </a:ln>
            </p:spPr>
          </p:sp>
          <p:sp>
            <p:nvSpPr>
              <p:cNvPr name="TextBox 12" id="12"/>
              <p:cNvSpPr txBox="true"/>
              <p:nvPr/>
            </p:nvSpPr>
            <p:spPr>
              <a:xfrm>
                <a:off x="127000" y="28575"/>
                <a:ext cx="406400" cy="466725"/>
              </a:xfrm>
              <a:prstGeom prst="rect">
                <a:avLst/>
              </a:prstGeom>
            </p:spPr>
            <p:txBody>
              <a:bodyPr anchor="ctr" rtlCol="false" tIns="50800" lIns="50800" bIns="50800" rIns="50800"/>
              <a:lstStyle/>
              <a:p>
                <a:pPr algn="ctr" marL="0" indent="0" lvl="0">
                  <a:lnSpc>
                    <a:spcPts val="2640"/>
                  </a:lnSpc>
                  <a:spcBef>
                    <a:spcPct val="0"/>
                  </a:spcBef>
                </a:pPr>
              </a:p>
            </p:txBody>
          </p:sp>
        </p:grpSp>
        <p:sp>
          <p:nvSpPr>
            <p:cNvPr name="TextBox 13" id="13"/>
            <p:cNvSpPr txBox="true"/>
            <p:nvPr/>
          </p:nvSpPr>
          <p:spPr>
            <a:xfrm rot="0">
              <a:off x="760884" y="3015941"/>
              <a:ext cx="7239440" cy="764345"/>
            </a:xfrm>
            <a:prstGeom prst="rect">
              <a:avLst/>
            </a:prstGeom>
          </p:spPr>
          <p:txBody>
            <a:bodyPr anchor="t" rtlCol="false" tIns="0" lIns="0" bIns="0" rIns="0">
              <a:spAutoFit/>
            </a:bodyPr>
            <a:lstStyle/>
            <a:p>
              <a:pPr algn="l">
                <a:lnSpc>
                  <a:spcPts val="4350"/>
                </a:lnSpc>
              </a:pPr>
              <a:r>
                <a:rPr lang="en-US" sz="3954" b="true">
                  <a:solidFill>
                    <a:srgbClr val="1C191A"/>
                  </a:solidFill>
                  <a:latin typeface="Nourd Bold"/>
                  <a:ea typeface="Nourd Bold"/>
                  <a:cs typeface="Nourd Bold"/>
                  <a:sym typeface="Nourd Bold"/>
                </a:rPr>
                <a:t>Scope</a:t>
              </a:r>
            </a:p>
          </p:txBody>
        </p:sp>
        <p:sp>
          <p:nvSpPr>
            <p:cNvPr name="TextBox 14" id="14"/>
            <p:cNvSpPr txBox="true"/>
            <p:nvPr/>
          </p:nvSpPr>
          <p:spPr>
            <a:xfrm rot="0">
              <a:off x="1015294" y="3723136"/>
              <a:ext cx="8320095" cy="6385425"/>
            </a:xfrm>
            <a:prstGeom prst="rect">
              <a:avLst/>
            </a:prstGeom>
          </p:spPr>
          <p:txBody>
            <a:bodyPr anchor="t" rtlCol="false" tIns="0" lIns="0" bIns="0" rIns="0">
              <a:spAutoFit/>
            </a:bodyPr>
            <a:lstStyle/>
            <a:p>
              <a:pPr algn="l" marL="495003" indent="-247502" lvl="1">
                <a:lnSpc>
                  <a:spcPts val="3209"/>
                </a:lnSpc>
                <a:spcBef>
                  <a:spcPct val="0"/>
                </a:spcBef>
                <a:buFont typeface="Arial"/>
                <a:buChar char="•"/>
              </a:pPr>
              <a:r>
                <a:rPr lang="en-US" sz="2292" spc="-45">
                  <a:solidFill>
                    <a:srgbClr val="5D5D5D"/>
                  </a:solidFill>
                  <a:latin typeface="Nourd"/>
                  <a:ea typeface="Nourd"/>
                  <a:cs typeface="Nourd"/>
                  <a:sym typeface="Nourd"/>
                </a:rPr>
                <a:t>Cent</a:t>
              </a:r>
              <a:r>
                <a:rPr lang="en-US" sz="2292" spc="-45" strike="noStrike" u="none">
                  <a:solidFill>
                    <a:srgbClr val="5D5D5D"/>
                  </a:solidFill>
                  <a:latin typeface="Nourd"/>
                  <a:ea typeface="Nourd"/>
                  <a:cs typeface="Nourd"/>
                  <a:sym typeface="Nourd"/>
                </a:rPr>
                <a:t>ralized, web-based platform for disaster incident recording and automated SitRep generation</a:t>
              </a:r>
            </a:p>
            <a:p>
              <a:pPr algn="l" marL="495003" indent="-247502" lvl="1">
                <a:lnSpc>
                  <a:spcPts val="3209"/>
                </a:lnSpc>
                <a:spcBef>
                  <a:spcPct val="0"/>
                </a:spcBef>
                <a:buFont typeface="Arial"/>
                <a:buChar char="•"/>
              </a:pPr>
              <a:r>
                <a:rPr lang="en-US" sz="2292" spc="-45" strike="noStrike" u="none">
                  <a:solidFill>
                    <a:srgbClr val="5D5D5D"/>
                  </a:solidFill>
                  <a:latin typeface="Nourd"/>
                  <a:ea typeface="Nourd"/>
                  <a:cs typeface="Nourd"/>
                  <a:sym typeface="Nourd"/>
                </a:rPr>
                <a:t>Configurable for any participating DRRM organization, with ZCDRRMO as pilot</a:t>
              </a:r>
            </a:p>
            <a:p>
              <a:pPr algn="l" marL="495003" indent="-247502" lvl="1">
                <a:lnSpc>
                  <a:spcPts val="3209"/>
                </a:lnSpc>
                <a:spcBef>
                  <a:spcPct val="0"/>
                </a:spcBef>
                <a:buFont typeface="Arial"/>
                <a:buChar char="•"/>
              </a:pPr>
              <a:r>
                <a:rPr lang="en-US" sz="2292" spc="-45" strike="noStrike" u="none">
                  <a:solidFill>
                    <a:srgbClr val="5D5D5D"/>
                  </a:solidFill>
                  <a:latin typeface="Nourd"/>
                  <a:ea typeface="Nourd"/>
                  <a:cs typeface="Nourd"/>
                  <a:sym typeface="Nourd"/>
                </a:rPr>
                <a:t>Three-level structure: Purok (initial reporting) → Barangay (consolidation &amp; verification) → DRRM Administrator (hazard classification, SitRep generation, system oversight)</a:t>
              </a:r>
            </a:p>
            <a:p>
              <a:pPr algn="l" marL="495003" indent="-247502" lvl="1">
                <a:lnSpc>
                  <a:spcPts val="3209"/>
                </a:lnSpc>
                <a:spcBef>
                  <a:spcPct val="0"/>
                </a:spcBef>
                <a:buFont typeface="Arial"/>
                <a:buChar char="•"/>
              </a:pPr>
              <a:r>
                <a:rPr lang="en-US" sz="2292" spc="-45" strike="noStrike" u="none">
                  <a:solidFill>
                    <a:srgbClr val="5D5D5D"/>
                  </a:solidFill>
                  <a:latin typeface="Nourd"/>
                  <a:ea typeface="Nourd"/>
                  <a:cs typeface="Nourd"/>
                  <a:sym typeface="Nourd"/>
                </a:rPr>
                <a:t>Hazard coverage follows each organization's own CDRA, not a fixed list</a:t>
              </a:r>
            </a:p>
            <a:p>
              <a:pPr algn="l" marL="0" indent="0" lvl="0">
                <a:lnSpc>
                  <a:spcPts val="3209"/>
                </a:lnSpc>
                <a:spcBef>
                  <a:spcPct val="0"/>
                </a:spcBef>
              </a:pPr>
            </a:p>
          </p:txBody>
        </p:sp>
      </p:grpSp>
      <p:grpSp>
        <p:nvGrpSpPr>
          <p:cNvPr name="Group 15" id="15"/>
          <p:cNvGrpSpPr/>
          <p:nvPr/>
        </p:nvGrpSpPr>
        <p:grpSpPr>
          <a:xfrm rot="0">
            <a:off x="10313880" y="1246749"/>
            <a:ext cx="7244945" cy="8329846"/>
            <a:chOff x="0" y="0"/>
            <a:chExt cx="9659927" cy="11106462"/>
          </a:xfrm>
        </p:grpSpPr>
        <p:grpSp>
          <p:nvGrpSpPr>
            <p:cNvPr name="Group 16" id="16"/>
            <p:cNvGrpSpPr/>
            <p:nvPr/>
          </p:nvGrpSpPr>
          <p:grpSpPr>
            <a:xfrm rot="-5400000">
              <a:off x="-723267" y="723267"/>
              <a:ext cx="11106462" cy="9659927"/>
              <a:chOff x="0" y="0"/>
              <a:chExt cx="518575" cy="451034"/>
            </a:xfrm>
          </p:grpSpPr>
          <p:sp>
            <p:nvSpPr>
              <p:cNvPr name="Freeform 17" id="17"/>
              <p:cNvSpPr/>
              <p:nvPr/>
            </p:nvSpPr>
            <p:spPr>
              <a:xfrm flipH="false" flipV="false" rot="0">
                <a:off x="0" y="0"/>
                <a:ext cx="518575" cy="451034"/>
              </a:xfrm>
              <a:custGeom>
                <a:avLst/>
                <a:gdLst/>
                <a:ahLst/>
                <a:cxnLst/>
                <a:rect r="r" b="b" t="t" l="l"/>
                <a:pathLst>
                  <a:path h="451034" w="518575">
                    <a:moveTo>
                      <a:pt x="25640" y="0"/>
                    </a:moveTo>
                    <a:lnTo>
                      <a:pt x="492934" y="0"/>
                    </a:lnTo>
                    <a:cubicBezTo>
                      <a:pt x="499735" y="0"/>
                      <a:pt x="506256" y="2701"/>
                      <a:pt x="511065" y="7510"/>
                    </a:cubicBezTo>
                    <a:cubicBezTo>
                      <a:pt x="515873" y="12318"/>
                      <a:pt x="518575" y="18840"/>
                      <a:pt x="518575" y="25640"/>
                    </a:cubicBezTo>
                    <a:lnTo>
                      <a:pt x="518575" y="425394"/>
                    </a:lnTo>
                    <a:cubicBezTo>
                      <a:pt x="518575" y="439555"/>
                      <a:pt x="507095" y="451034"/>
                      <a:pt x="492934" y="451034"/>
                    </a:cubicBezTo>
                    <a:lnTo>
                      <a:pt x="25640" y="451034"/>
                    </a:lnTo>
                    <a:cubicBezTo>
                      <a:pt x="18840" y="451034"/>
                      <a:pt x="12318" y="448333"/>
                      <a:pt x="7510" y="443524"/>
                    </a:cubicBezTo>
                    <a:cubicBezTo>
                      <a:pt x="2701" y="438716"/>
                      <a:pt x="0" y="432194"/>
                      <a:pt x="0" y="425394"/>
                    </a:cubicBezTo>
                    <a:lnTo>
                      <a:pt x="0" y="25640"/>
                    </a:lnTo>
                    <a:cubicBezTo>
                      <a:pt x="0" y="18840"/>
                      <a:pt x="2701" y="12318"/>
                      <a:pt x="7510" y="7510"/>
                    </a:cubicBezTo>
                    <a:cubicBezTo>
                      <a:pt x="12318" y="2701"/>
                      <a:pt x="18840" y="0"/>
                      <a:pt x="25640" y="0"/>
                    </a:cubicBezTo>
                    <a:close/>
                  </a:path>
                </a:pathLst>
              </a:custGeom>
              <a:solidFill>
                <a:srgbClr val="FFFFFF"/>
              </a:solidFill>
              <a:ln cap="rnd">
                <a:noFill/>
                <a:prstDash val="solid"/>
                <a:round/>
              </a:ln>
            </p:spPr>
          </p:sp>
          <p:sp>
            <p:nvSpPr>
              <p:cNvPr name="TextBox 18" id="18"/>
              <p:cNvSpPr txBox="true"/>
              <p:nvPr/>
            </p:nvSpPr>
            <p:spPr>
              <a:xfrm>
                <a:off x="0" y="9525"/>
                <a:ext cx="518575" cy="441509"/>
              </a:xfrm>
              <a:prstGeom prst="rect">
                <a:avLst/>
              </a:prstGeom>
            </p:spPr>
            <p:txBody>
              <a:bodyPr anchor="ctr" rtlCol="false" tIns="50800" lIns="50800" bIns="50800" rIns="50800"/>
              <a:lstStyle/>
              <a:p>
                <a:pPr algn="ctr">
                  <a:lnSpc>
                    <a:spcPts val="2639"/>
                  </a:lnSpc>
                </a:pPr>
              </a:p>
            </p:txBody>
          </p:sp>
        </p:grpSp>
        <p:grpSp>
          <p:nvGrpSpPr>
            <p:cNvPr name="Group 19" id="19"/>
            <p:cNvGrpSpPr/>
            <p:nvPr/>
          </p:nvGrpSpPr>
          <p:grpSpPr>
            <a:xfrm rot="-10800000">
              <a:off x="561169" y="421740"/>
              <a:ext cx="2334207" cy="2238933"/>
              <a:chOff x="0" y="0"/>
              <a:chExt cx="622300" cy="596900"/>
            </a:xfrm>
          </p:grpSpPr>
          <p:sp>
            <p:nvSpPr>
              <p:cNvPr name="Freeform 20" id="20"/>
              <p:cNvSpPr/>
              <p:nvPr/>
            </p:nvSpPr>
            <p:spPr>
              <a:xfrm flipH="false" flipV="false" rot="0">
                <a:off x="0" y="0"/>
                <a:ext cx="622300" cy="596900"/>
              </a:xfrm>
              <a:custGeom>
                <a:avLst/>
                <a:gdLst/>
                <a:ahLst/>
                <a:cxnLst/>
                <a:rect r="r" b="b" t="t" l="l"/>
                <a:pathLst>
                  <a:path h="596900" w="622300">
                    <a:moveTo>
                      <a:pt x="295910" y="297180"/>
                    </a:moveTo>
                    <a:lnTo>
                      <a:pt x="295910" y="596900"/>
                    </a:lnTo>
                    <a:cubicBezTo>
                      <a:pt x="129540" y="590550"/>
                      <a:pt x="0" y="459740"/>
                      <a:pt x="0" y="297180"/>
                    </a:cubicBezTo>
                    <a:cubicBezTo>
                      <a:pt x="0" y="135890"/>
                      <a:pt x="129540" y="3810"/>
                      <a:pt x="295910" y="0"/>
                    </a:cubicBezTo>
                    <a:lnTo>
                      <a:pt x="295910" y="299720"/>
                    </a:lnTo>
                    <a:close/>
                    <a:moveTo>
                      <a:pt x="295910" y="287020"/>
                    </a:moveTo>
                    <a:lnTo>
                      <a:pt x="295910" y="289560"/>
                    </a:lnTo>
                    <a:cubicBezTo>
                      <a:pt x="295910" y="210820"/>
                      <a:pt x="328930" y="138430"/>
                      <a:pt x="365760" y="86360"/>
                    </a:cubicBezTo>
                    <a:cubicBezTo>
                      <a:pt x="402590" y="35560"/>
                      <a:pt x="452120" y="2540"/>
                      <a:pt x="511810" y="0"/>
                    </a:cubicBezTo>
                    <a:lnTo>
                      <a:pt x="511810" y="297180"/>
                    </a:lnTo>
                    <a:lnTo>
                      <a:pt x="511810" y="596900"/>
                    </a:lnTo>
                    <a:cubicBezTo>
                      <a:pt x="452120" y="591820"/>
                      <a:pt x="402590" y="560070"/>
                      <a:pt x="365760" y="509270"/>
                    </a:cubicBezTo>
                    <a:cubicBezTo>
                      <a:pt x="328930" y="457200"/>
                      <a:pt x="295910" y="384810"/>
                      <a:pt x="295910" y="304800"/>
                    </a:cubicBezTo>
                    <a:lnTo>
                      <a:pt x="295910" y="287020"/>
                    </a:lnTo>
                    <a:close/>
                    <a:moveTo>
                      <a:pt x="511810" y="297180"/>
                    </a:moveTo>
                    <a:cubicBezTo>
                      <a:pt x="511810" y="214630"/>
                      <a:pt x="533400" y="138430"/>
                      <a:pt x="554990" y="85090"/>
                    </a:cubicBezTo>
                    <a:cubicBezTo>
                      <a:pt x="566420" y="58420"/>
                      <a:pt x="579120" y="36830"/>
                      <a:pt x="593090" y="21590"/>
                    </a:cubicBezTo>
                    <a:cubicBezTo>
                      <a:pt x="604520" y="10160"/>
                      <a:pt x="615950" y="2540"/>
                      <a:pt x="622300" y="1270"/>
                    </a:cubicBezTo>
                    <a:lnTo>
                      <a:pt x="622300" y="596900"/>
                    </a:lnTo>
                    <a:cubicBezTo>
                      <a:pt x="615950" y="591820"/>
                      <a:pt x="600710" y="585470"/>
                      <a:pt x="593090" y="572770"/>
                    </a:cubicBezTo>
                    <a:cubicBezTo>
                      <a:pt x="579120" y="558800"/>
                      <a:pt x="566420" y="537210"/>
                      <a:pt x="554990" y="510540"/>
                    </a:cubicBezTo>
                    <a:cubicBezTo>
                      <a:pt x="534670" y="459740"/>
                      <a:pt x="511810" y="389890"/>
                      <a:pt x="511810" y="313690"/>
                    </a:cubicBezTo>
                    <a:lnTo>
                      <a:pt x="511810" y="297180"/>
                    </a:lnTo>
                    <a:close/>
                  </a:path>
                </a:pathLst>
              </a:custGeom>
              <a:solidFill>
                <a:srgbClr val="56D363"/>
              </a:solidFill>
              <a:ln w="28575" cap="sq">
                <a:solidFill>
                  <a:srgbClr val="000000"/>
                </a:solidFill>
                <a:prstDash val="solid"/>
                <a:miter/>
              </a:ln>
            </p:spPr>
          </p:sp>
          <p:sp>
            <p:nvSpPr>
              <p:cNvPr name="TextBox 21" id="21"/>
              <p:cNvSpPr txBox="true"/>
              <p:nvPr/>
            </p:nvSpPr>
            <p:spPr>
              <a:xfrm>
                <a:off x="0" y="136525"/>
                <a:ext cx="622300" cy="333375"/>
              </a:xfrm>
              <a:prstGeom prst="rect">
                <a:avLst/>
              </a:prstGeom>
            </p:spPr>
            <p:txBody>
              <a:bodyPr anchor="ctr" rtlCol="false" tIns="50800" lIns="50800" bIns="50800" rIns="50800"/>
              <a:lstStyle/>
              <a:p>
                <a:pPr algn="ctr" marL="0" indent="0" lvl="0">
                  <a:lnSpc>
                    <a:spcPts val="2639"/>
                  </a:lnSpc>
                  <a:spcBef>
                    <a:spcPct val="0"/>
                  </a:spcBef>
                </a:pPr>
              </a:p>
            </p:txBody>
          </p:sp>
        </p:grpSp>
        <p:sp>
          <p:nvSpPr>
            <p:cNvPr name="TextBox 22" id="22"/>
            <p:cNvSpPr txBox="true"/>
            <p:nvPr/>
          </p:nvSpPr>
          <p:spPr>
            <a:xfrm rot="0">
              <a:off x="561169" y="2941048"/>
              <a:ext cx="7239440" cy="764345"/>
            </a:xfrm>
            <a:prstGeom prst="rect">
              <a:avLst/>
            </a:prstGeom>
          </p:spPr>
          <p:txBody>
            <a:bodyPr anchor="t" rtlCol="false" tIns="0" lIns="0" bIns="0" rIns="0">
              <a:spAutoFit/>
            </a:bodyPr>
            <a:lstStyle/>
            <a:p>
              <a:pPr algn="l">
                <a:lnSpc>
                  <a:spcPts val="4350"/>
                </a:lnSpc>
              </a:pPr>
              <a:r>
                <a:rPr lang="en-US" sz="3954" b="true">
                  <a:solidFill>
                    <a:srgbClr val="1C191A"/>
                  </a:solidFill>
                  <a:latin typeface="Nourd Bold"/>
                  <a:ea typeface="Nourd Bold"/>
                  <a:cs typeface="Nourd Bold"/>
                  <a:sym typeface="Nourd Bold"/>
                </a:rPr>
                <a:t>Limitation</a:t>
              </a:r>
            </a:p>
          </p:txBody>
        </p:sp>
        <p:sp>
          <p:nvSpPr>
            <p:cNvPr name="TextBox 23" id="23"/>
            <p:cNvSpPr txBox="true"/>
            <p:nvPr/>
          </p:nvSpPr>
          <p:spPr>
            <a:xfrm rot="0">
              <a:off x="561169" y="3908906"/>
              <a:ext cx="7184745" cy="7065136"/>
            </a:xfrm>
            <a:prstGeom prst="rect">
              <a:avLst/>
            </a:prstGeom>
          </p:spPr>
          <p:txBody>
            <a:bodyPr anchor="t" rtlCol="false" tIns="0" lIns="0" bIns="0" rIns="0">
              <a:spAutoFit/>
            </a:bodyPr>
            <a:lstStyle/>
            <a:p>
              <a:pPr algn="l" marL="548916" indent="-274458" lvl="1">
                <a:lnSpc>
                  <a:spcPts val="3559"/>
                </a:lnSpc>
                <a:spcBef>
                  <a:spcPct val="0"/>
                </a:spcBef>
                <a:buFont typeface="Arial"/>
                <a:buChar char="•"/>
              </a:pPr>
              <a:r>
                <a:rPr lang="en-US" sz="2542" spc="-50">
                  <a:solidFill>
                    <a:srgbClr val="5D5D5D"/>
                  </a:solidFill>
                  <a:latin typeface="Nourd"/>
                  <a:ea typeface="Nourd"/>
                  <a:cs typeface="Nourd"/>
                  <a:sym typeface="Nourd"/>
                </a:rPr>
                <a:t>C</a:t>
              </a:r>
              <a:r>
                <a:rPr lang="en-US" sz="2542" spc="-50" strike="noStrike" u="none">
                  <a:solidFill>
                    <a:srgbClr val="5D5D5D"/>
                  </a:solidFill>
                  <a:latin typeface="Nourd"/>
                  <a:ea typeface="Nourd"/>
                  <a:cs typeface="Nourd"/>
                  <a:sym typeface="Nourd"/>
                </a:rPr>
                <a:t>overs during- and post-disaster phases only, excludes pre-disaster preparedness and risk-monitoring under RA 10121</a:t>
              </a:r>
            </a:p>
            <a:p>
              <a:pPr algn="l" marL="548916" indent="-274458" lvl="1">
                <a:lnSpc>
                  <a:spcPts val="3559"/>
                </a:lnSpc>
                <a:spcBef>
                  <a:spcPct val="0"/>
                </a:spcBef>
                <a:buFont typeface="Arial"/>
                <a:buChar char="•"/>
              </a:pPr>
              <a:r>
                <a:rPr lang="en-US" sz="2542" spc="-50" strike="noStrike" u="none">
                  <a:solidFill>
                    <a:srgbClr val="5D5D5D"/>
                  </a:solidFill>
                  <a:latin typeface="Nourd"/>
                  <a:ea typeface="Nourd"/>
                  <a:cs typeface="Nourd"/>
                  <a:sym typeface="Nourd"/>
                </a:rPr>
                <a:t>Excludes Situation Reports for non-disaster events</a:t>
              </a:r>
            </a:p>
            <a:p>
              <a:pPr algn="l" marL="548916" indent="-274458" lvl="1">
                <a:lnSpc>
                  <a:spcPts val="3559"/>
                </a:lnSpc>
                <a:spcBef>
                  <a:spcPct val="0"/>
                </a:spcBef>
                <a:buFont typeface="Arial"/>
                <a:buChar char="•"/>
              </a:pPr>
              <a:r>
                <a:rPr lang="en-US" sz="2542" spc="-50" strike="noStrike" u="none">
                  <a:solidFill>
                    <a:srgbClr val="5D5D5D"/>
                  </a:solidFill>
                  <a:latin typeface="Nourd"/>
                  <a:ea typeface="Nourd"/>
                  <a:cs typeface="Nourd"/>
                  <a:sym typeface="Nourd"/>
                </a:rPr>
                <a:t>Web-based only, no offline mode or SMS fallback; requires stable internet</a:t>
              </a:r>
            </a:p>
            <a:p>
              <a:pPr algn="l" marL="548916" indent="-274458" lvl="1">
                <a:lnSpc>
                  <a:spcPts val="3559"/>
                </a:lnSpc>
                <a:spcBef>
                  <a:spcPct val="0"/>
                </a:spcBef>
                <a:buFont typeface="Arial"/>
                <a:buChar char="•"/>
              </a:pPr>
              <a:r>
                <a:rPr lang="en-US" sz="2542" spc="-50" strike="noStrike" u="none">
                  <a:solidFill>
                    <a:srgbClr val="5D5D5D"/>
                  </a:solidFill>
                  <a:latin typeface="Nourd"/>
                  <a:ea typeface="Nourd"/>
                  <a:cs typeface="Nourd"/>
                  <a:sym typeface="Nourd"/>
                </a:rPr>
                <a:t>Built for internal DRRM use, does not handle public announcements</a:t>
              </a:r>
            </a:p>
            <a:p>
              <a:pPr algn="l" marL="0" indent="0" lvl="0">
                <a:lnSpc>
                  <a:spcPts val="3559"/>
                </a:lnSpc>
                <a:spcBef>
                  <a:spcPct val="0"/>
                </a:spcBef>
              </a:pPr>
            </a:p>
          </p:txBody>
        </p:sp>
      </p:gr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5F6F0"/>
        </a:solidFill>
      </p:bgPr>
    </p:bg>
    <p:spTree>
      <p:nvGrpSpPr>
        <p:cNvPr id="1" name=""/>
        <p:cNvGrpSpPr/>
        <p:nvPr/>
      </p:nvGrpSpPr>
      <p:grpSpPr>
        <a:xfrm>
          <a:off x="0" y="0"/>
          <a:ext cx="0" cy="0"/>
          <a:chOff x="0" y="0"/>
          <a:chExt cx="0" cy="0"/>
        </a:xfrm>
      </p:grpSpPr>
      <p:grpSp>
        <p:nvGrpSpPr>
          <p:cNvPr name="Group 2" id="2"/>
          <p:cNvGrpSpPr/>
          <p:nvPr/>
        </p:nvGrpSpPr>
        <p:grpSpPr>
          <a:xfrm rot="0">
            <a:off x="-885309" y="4909199"/>
            <a:ext cx="1770618" cy="2356168"/>
            <a:chOff x="0" y="0"/>
            <a:chExt cx="2360824" cy="3141557"/>
          </a:xfrm>
        </p:grpSpPr>
        <p:grpSp>
          <p:nvGrpSpPr>
            <p:cNvPr name="Group 3" id="3"/>
            <p:cNvGrpSpPr/>
            <p:nvPr/>
          </p:nvGrpSpPr>
          <p:grpSpPr>
            <a:xfrm rot="0">
              <a:off x="0" y="0"/>
              <a:ext cx="2360824" cy="2210133"/>
              <a:chOff x="0" y="0"/>
              <a:chExt cx="596900" cy="558800"/>
            </a:xfrm>
          </p:grpSpPr>
          <p:sp>
            <p:nvSpPr>
              <p:cNvPr name="Freeform 4" id="4"/>
              <p:cNvSpPr/>
              <p:nvPr/>
            </p:nvSpPr>
            <p:spPr>
              <a:xfrm flipH="false" flipV="false" rot="0">
                <a:off x="0" y="0"/>
                <a:ext cx="596900" cy="558800"/>
              </a:xfrm>
              <a:custGeom>
                <a:avLst/>
                <a:gdLst/>
                <a:ahLst/>
                <a:cxnLst/>
                <a:rect r="r" b="b" t="t" l="l"/>
                <a:pathLst>
                  <a:path h="558800" w="596900">
                    <a:moveTo>
                      <a:pt x="596900" y="0"/>
                    </a:moveTo>
                    <a:lnTo>
                      <a:pt x="596900" y="304800"/>
                    </a:lnTo>
                    <a:lnTo>
                      <a:pt x="330200" y="558800"/>
                    </a:lnTo>
                    <a:lnTo>
                      <a:pt x="0" y="558800"/>
                    </a:lnTo>
                    <a:lnTo>
                      <a:pt x="0" y="248920"/>
                    </a:lnTo>
                    <a:lnTo>
                      <a:pt x="262890" y="0"/>
                    </a:lnTo>
                    <a:lnTo>
                      <a:pt x="596900" y="0"/>
                    </a:lnTo>
                    <a:close/>
                  </a:path>
                </a:pathLst>
              </a:custGeom>
              <a:solidFill>
                <a:srgbClr val="56D363"/>
              </a:solidFill>
              <a:ln w="28575" cap="sq">
                <a:solidFill>
                  <a:srgbClr val="000000"/>
                </a:solidFill>
                <a:prstDash val="solid"/>
                <a:miter/>
              </a:ln>
            </p:spPr>
          </p:sp>
          <p:sp>
            <p:nvSpPr>
              <p:cNvPr name="TextBox 5" id="5"/>
              <p:cNvSpPr txBox="true"/>
              <p:nvPr/>
            </p:nvSpPr>
            <p:spPr>
              <a:xfrm>
                <a:off x="101600" y="161925"/>
                <a:ext cx="393700" cy="264795"/>
              </a:xfrm>
              <a:prstGeom prst="rect">
                <a:avLst/>
              </a:prstGeom>
            </p:spPr>
            <p:txBody>
              <a:bodyPr anchor="ctr" rtlCol="false" tIns="50800" lIns="50800" bIns="50800" rIns="50800"/>
              <a:lstStyle/>
              <a:p>
                <a:pPr algn="ctr" marL="0" indent="0" lvl="0">
                  <a:lnSpc>
                    <a:spcPts val="2640"/>
                  </a:lnSpc>
                  <a:spcBef>
                    <a:spcPct val="0"/>
                  </a:spcBef>
                </a:pPr>
              </a:p>
            </p:txBody>
          </p:sp>
        </p:grpSp>
        <p:grpSp>
          <p:nvGrpSpPr>
            <p:cNvPr name="Group 6" id="6"/>
            <p:cNvGrpSpPr/>
            <p:nvPr/>
          </p:nvGrpSpPr>
          <p:grpSpPr>
            <a:xfrm rot="0">
              <a:off x="264514" y="1813412"/>
              <a:ext cx="1418701" cy="1328146"/>
              <a:chOff x="0" y="0"/>
              <a:chExt cx="596900" cy="558800"/>
            </a:xfrm>
          </p:grpSpPr>
          <p:sp>
            <p:nvSpPr>
              <p:cNvPr name="Freeform 7" id="7"/>
              <p:cNvSpPr/>
              <p:nvPr/>
            </p:nvSpPr>
            <p:spPr>
              <a:xfrm flipH="false" flipV="false" rot="0">
                <a:off x="0" y="0"/>
                <a:ext cx="596900" cy="558800"/>
              </a:xfrm>
              <a:custGeom>
                <a:avLst/>
                <a:gdLst/>
                <a:ahLst/>
                <a:cxnLst/>
                <a:rect r="r" b="b" t="t" l="l"/>
                <a:pathLst>
                  <a:path h="558800" w="596900">
                    <a:moveTo>
                      <a:pt x="596900" y="0"/>
                    </a:moveTo>
                    <a:lnTo>
                      <a:pt x="596900" y="304800"/>
                    </a:lnTo>
                    <a:lnTo>
                      <a:pt x="330200" y="558800"/>
                    </a:lnTo>
                    <a:lnTo>
                      <a:pt x="0" y="558800"/>
                    </a:lnTo>
                    <a:lnTo>
                      <a:pt x="0" y="248920"/>
                    </a:lnTo>
                    <a:lnTo>
                      <a:pt x="262890" y="0"/>
                    </a:lnTo>
                    <a:lnTo>
                      <a:pt x="596900" y="0"/>
                    </a:lnTo>
                    <a:close/>
                  </a:path>
                </a:pathLst>
              </a:custGeom>
              <a:solidFill>
                <a:srgbClr val="F5F6F0"/>
              </a:solidFill>
              <a:ln w="28575" cap="sq">
                <a:solidFill>
                  <a:srgbClr val="000000"/>
                </a:solidFill>
                <a:prstDash val="solid"/>
                <a:miter/>
              </a:ln>
            </p:spPr>
          </p:sp>
          <p:sp>
            <p:nvSpPr>
              <p:cNvPr name="TextBox 8" id="8"/>
              <p:cNvSpPr txBox="true"/>
              <p:nvPr/>
            </p:nvSpPr>
            <p:spPr>
              <a:xfrm>
                <a:off x="101600" y="161925"/>
                <a:ext cx="393700" cy="264795"/>
              </a:xfrm>
              <a:prstGeom prst="rect">
                <a:avLst/>
              </a:prstGeom>
            </p:spPr>
            <p:txBody>
              <a:bodyPr anchor="ctr" rtlCol="false" tIns="50800" lIns="50800" bIns="50800" rIns="50800"/>
              <a:lstStyle/>
              <a:p>
                <a:pPr algn="ctr" marL="0" indent="0" lvl="0">
                  <a:lnSpc>
                    <a:spcPts val="2640"/>
                  </a:lnSpc>
                  <a:spcBef>
                    <a:spcPct val="0"/>
                  </a:spcBef>
                </a:pPr>
              </a:p>
            </p:txBody>
          </p:sp>
        </p:grpSp>
      </p:grpSp>
      <p:grpSp>
        <p:nvGrpSpPr>
          <p:cNvPr name="Group 9" id="9"/>
          <p:cNvGrpSpPr/>
          <p:nvPr/>
        </p:nvGrpSpPr>
        <p:grpSpPr>
          <a:xfrm rot="0">
            <a:off x="16744950" y="8829428"/>
            <a:ext cx="3086100" cy="3086100"/>
            <a:chOff x="0" y="0"/>
            <a:chExt cx="558800" cy="558800"/>
          </a:xfrm>
        </p:grpSpPr>
        <p:sp>
          <p:nvSpPr>
            <p:cNvPr name="Freeform 10" id="10"/>
            <p:cNvSpPr/>
            <p:nvPr/>
          </p:nvSpPr>
          <p:spPr>
            <a:xfrm flipH="false" flipV="false" rot="0">
              <a:off x="0" y="0"/>
              <a:ext cx="558800" cy="558800"/>
            </a:xfrm>
            <a:custGeom>
              <a:avLst/>
              <a:gdLst/>
              <a:ahLst/>
              <a:cxnLst/>
              <a:rect r="r" b="b" t="t" l="l"/>
              <a:pathLst>
                <a:path h="558800" w="558800">
                  <a:moveTo>
                    <a:pt x="33042" y="234291"/>
                  </a:moveTo>
                  <a:cubicBezTo>
                    <a:pt x="49299" y="253840"/>
                    <a:pt x="49332" y="305706"/>
                    <a:pt x="33167" y="325331"/>
                  </a:cubicBezTo>
                  <a:cubicBezTo>
                    <a:pt x="12843" y="350003"/>
                    <a:pt x="669" y="381568"/>
                    <a:pt x="669" y="415884"/>
                  </a:cubicBezTo>
                  <a:cubicBezTo>
                    <a:pt x="669" y="495135"/>
                    <a:pt x="64865" y="558800"/>
                    <a:pt x="143251" y="558800"/>
                  </a:cubicBezTo>
                  <a:cubicBezTo>
                    <a:pt x="177745" y="558800"/>
                    <a:pt x="209318" y="546669"/>
                    <a:pt x="233976" y="526404"/>
                  </a:cubicBezTo>
                  <a:cubicBezTo>
                    <a:pt x="253647" y="510238"/>
                    <a:pt x="305827" y="510235"/>
                    <a:pt x="325498" y="526401"/>
                  </a:cubicBezTo>
                  <a:cubicBezTo>
                    <a:pt x="350157" y="546668"/>
                    <a:pt x="381730" y="558800"/>
                    <a:pt x="416232" y="558800"/>
                  </a:cubicBezTo>
                  <a:cubicBezTo>
                    <a:pt x="494618" y="558800"/>
                    <a:pt x="558800" y="495135"/>
                    <a:pt x="558800" y="415884"/>
                  </a:cubicBezTo>
                  <a:cubicBezTo>
                    <a:pt x="558800" y="381312"/>
                    <a:pt x="546247" y="349534"/>
                    <a:pt x="525581" y="324782"/>
                  </a:cubicBezTo>
                  <a:cubicBezTo>
                    <a:pt x="509342" y="305335"/>
                    <a:pt x="509342" y="254131"/>
                    <a:pt x="525556" y="234663"/>
                  </a:cubicBezTo>
                  <a:cubicBezTo>
                    <a:pt x="546238" y="209831"/>
                    <a:pt x="558800" y="177872"/>
                    <a:pt x="558800" y="142916"/>
                  </a:cubicBezTo>
                  <a:cubicBezTo>
                    <a:pt x="558800" y="64349"/>
                    <a:pt x="494618" y="0"/>
                    <a:pt x="416232" y="0"/>
                  </a:cubicBezTo>
                  <a:cubicBezTo>
                    <a:pt x="382027" y="0"/>
                    <a:pt x="350824" y="11865"/>
                    <a:pt x="326295" y="31724"/>
                  </a:cubicBezTo>
                  <a:cubicBezTo>
                    <a:pt x="306327" y="47891"/>
                    <a:pt x="252153" y="47709"/>
                    <a:pt x="232185" y="31544"/>
                  </a:cubicBezTo>
                  <a:cubicBezTo>
                    <a:pt x="207787" y="11793"/>
                    <a:pt x="176670" y="0"/>
                    <a:pt x="142568" y="0"/>
                  </a:cubicBezTo>
                  <a:cubicBezTo>
                    <a:pt x="64181" y="0"/>
                    <a:pt x="0" y="64349"/>
                    <a:pt x="0" y="142916"/>
                  </a:cubicBezTo>
                  <a:cubicBezTo>
                    <a:pt x="0" y="177697"/>
                    <a:pt x="12437" y="209512"/>
                    <a:pt x="33042" y="234291"/>
                  </a:cubicBezTo>
                  <a:close/>
                </a:path>
              </a:pathLst>
            </a:custGeom>
            <a:solidFill>
              <a:srgbClr val="F5F6F0"/>
            </a:solidFill>
            <a:ln w="28575" cap="sq">
              <a:solidFill>
                <a:srgbClr val="56D363"/>
              </a:solidFill>
              <a:prstDash val="solid"/>
              <a:miter/>
            </a:ln>
          </p:spPr>
        </p:sp>
        <p:sp>
          <p:nvSpPr>
            <p:cNvPr name="TextBox 11" id="11"/>
            <p:cNvSpPr txBox="true"/>
            <p:nvPr/>
          </p:nvSpPr>
          <p:spPr>
            <a:xfrm>
              <a:off x="44450" y="73025"/>
              <a:ext cx="469900" cy="441325"/>
            </a:xfrm>
            <a:prstGeom prst="rect">
              <a:avLst/>
            </a:prstGeom>
          </p:spPr>
          <p:txBody>
            <a:bodyPr anchor="ctr" rtlCol="false" tIns="50800" lIns="50800" bIns="50800" rIns="50800"/>
            <a:lstStyle/>
            <a:p>
              <a:pPr algn="ctr" marL="0" indent="0" lvl="0">
                <a:lnSpc>
                  <a:spcPts val="2640"/>
                </a:lnSpc>
                <a:spcBef>
                  <a:spcPct val="0"/>
                </a:spcBef>
              </a:pPr>
            </a:p>
          </p:txBody>
        </p:sp>
      </p:grpSp>
      <p:sp>
        <p:nvSpPr>
          <p:cNvPr name="TextBox 12" id="12"/>
          <p:cNvSpPr txBox="true"/>
          <p:nvPr/>
        </p:nvSpPr>
        <p:spPr>
          <a:xfrm rot="0">
            <a:off x="142213" y="508958"/>
            <a:ext cx="5050758" cy="1667510"/>
          </a:xfrm>
          <a:prstGeom prst="rect">
            <a:avLst/>
          </a:prstGeom>
        </p:spPr>
        <p:txBody>
          <a:bodyPr anchor="t" rtlCol="false" tIns="0" lIns="0" bIns="0" rIns="0">
            <a:spAutoFit/>
          </a:bodyPr>
          <a:lstStyle/>
          <a:p>
            <a:pPr algn="l" marL="0" indent="0" lvl="0">
              <a:lnSpc>
                <a:spcPts val="6399"/>
              </a:lnSpc>
              <a:spcBef>
                <a:spcPct val="0"/>
              </a:spcBef>
            </a:pPr>
            <a:r>
              <a:rPr lang="en-US" b="true" sz="6399">
                <a:solidFill>
                  <a:srgbClr val="000000"/>
                </a:solidFill>
                <a:latin typeface="Nourd Semi-Bold"/>
                <a:ea typeface="Nourd Semi-Bold"/>
                <a:cs typeface="Nourd Semi-Bold"/>
                <a:sym typeface="Nourd Semi-Bold"/>
              </a:rPr>
              <a:t>Related Systems</a:t>
            </a:r>
          </a:p>
        </p:txBody>
      </p:sp>
      <p:grpSp>
        <p:nvGrpSpPr>
          <p:cNvPr name="Group 13" id="13"/>
          <p:cNvGrpSpPr/>
          <p:nvPr/>
        </p:nvGrpSpPr>
        <p:grpSpPr>
          <a:xfrm rot="0">
            <a:off x="4411679" y="123825"/>
            <a:ext cx="12127071" cy="10039350"/>
            <a:chOff x="0" y="0"/>
            <a:chExt cx="16169428" cy="13385800"/>
          </a:xfrm>
        </p:grpSpPr>
        <p:sp>
          <p:nvSpPr>
            <p:cNvPr name="Freeform 15" id="15"/>
            <p:cNvSpPr/>
            <p:nvPr/>
          </p:nvSpPr>
          <p:spPr>
            <a:xfrm flipH="false" flipV="false" rot="0">
              <a:off x="7548440" y="1206500"/>
              <a:ext cx="536274" cy="536274"/>
            </a:xfrm>
            <a:custGeom>
              <a:avLst/>
              <a:gdLst/>
              <a:ahLst/>
              <a:cxnLst/>
              <a:rect r="r" b="b" t="t" l="l"/>
              <a:pathLst>
                <a:path h="536274" w="536274">
                  <a:moveTo>
                    <a:pt x="0" y="0"/>
                  </a:moveTo>
                  <a:lnTo>
                    <a:pt x="536274" y="0"/>
                  </a:lnTo>
                  <a:lnTo>
                    <a:pt x="536274" y="536274"/>
                  </a:lnTo>
                  <a:lnTo>
                    <a:pt x="0" y="53627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6" id="16"/>
            <p:cNvSpPr/>
            <p:nvPr/>
          </p:nvSpPr>
          <p:spPr>
            <a:xfrm flipH="false" flipV="false" rot="0">
              <a:off x="9481586" y="1206500"/>
              <a:ext cx="536274" cy="536274"/>
            </a:xfrm>
            <a:custGeom>
              <a:avLst/>
              <a:gdLst/>
              <a:ahLst/>
              <a:cxnLst/>
              <a:rect r="r" b="b" t="t" l="l"/>
              <a:pathLst>
                <a:path h="536274" w="536274">
                  <a:moveTo>
                    <a:pt x="0" y="0"/>
                  </a:moveTo>
                  <a:lnTo>
                    <a:pt x="536274" y="0"/>
                  </a:lnTo>
                  <a:lnTo>
                    <a:pt x="536274" y="536274"/>
                  </a:lnTo>
                  <a:lnTo>
                    <a:pt x="0" y="53627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7" id="17"/>
            <p:cNvSpPr/>
            <p:nvPr/>
          </p:nvSpPr>
          <p:spPr>
            <a:xfrm flipH="false" flipV="false" rot="0">
              <a:off x="11220682" y="1206500"/>
              <a:ext cx="536274" cy="536274"/>
            </a:xfrm>
            <a:custGeom>
              <a:avLst/>
              <a:gdLst/>
              <a:ahLst/>
              <a:cxnLst/>
              <a:rect r="r" b="b" t="t" l="l"/>
              <a:pathLst>
                <a:path h="536274" w="536274">
                  <a:moveTo>
                    <a:pt x="0" y="0"/>
                  </a:moveTo>
                  <a:lnTo>
                    <a:pt x="536274" y="0"/>
                  </a:lnTo>
                  <a:lnTo>
                    <a:pt x="536274" y="536274"/>
                  </a:lnTo>
                  <a:lnTo>
                    <a:pt x="0" y="53627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8" id="18"/>
            <p:cNvSpPr/>
            <p:nvPr/>
          </p:nvSpPr>
          <p:spPr>
            <a:xfrm flipH="false" flipV="false" rot="0">
              <a:off x="13153956" y="1206500"/>
              <a:ext cx="536274" cy="536274"/>
            </a:xfrm>
            <a:custGeom>
              <a:avLst/>
              <a:gdLst/>
              <a:ahLst/>
              <a:cxnLst/>
              <a:rect r="r" b="b" t="t" l="l"/>
              <a:pathLst>
                <a:path h="536274" w="536274">
                  <a:moveTo>
                    <a:pt x="0" y="0"/>
                  </a:moveTo>
                  <a:lnTo>
                    <a:pt x="536274" y="0"/>
                  </a:lnTo>
                  <a:lnTo>
                    <a:pt x="536274" y="536274"/>
                  </a:lnTo>
                  <a:lnTo>
                    <a:pt x="0" y="53627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9" id="19"/>
            <p:cNvSpPr/>
            <p:nvPr/>
          </p:nvSpPr>
          <p:spPr>
            <a:xfrm flipH="false" flipV="false" rot="0">
              <a:off x="15210670" y="1206500"/>
              <a:ext cx="536274" cy="536274"/>
            </a:xfrm>
            <a:custGeom>
              <a:avLst/>
              <a:gdLst/>
              <a:ahLst/>
              <a:cxnLst/>
              <a:rect r="r" b="b" t="t" l="l"/>
              <a:pathLst>
                <a:path h="536274" w="536274">
                  <a:moveTo>
                    <a:pt x="0" y="0"/>
                  </a:moveTo>
                  <a:lnTo>
                    <a:pt x="536273" y="0"/>
                  </a:lnTo>
                  <a:lnTo>
                    <a:pt x="536273" y="536274"/>
                  </a:lnTo>
                  <a:lnTo>
                    <a:pt x="0" y="53627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20" id="20"/>
            <p:cNvSpPr/>
            <p:nvPr/>
          </p:nvSpPr>
          <p:spPr>
            <a:xfrm flipH="false" flipV="false" rot="0">
              <a:off x="7548440" y="2146150"/>
              <a:ext cx="536274" cy="536274"/>
            </a:xfrm>
            <a:custGeom>
              <a:avLst/>
              <a:gdLst/>
              <a:ahLst/>
              <a:cxnLst/>
              <a:rect r="r" b="b" t="t" l="l"/>
              <a:pathLst>
                <a:path h="536274" w="536274">
                  <a:moveTo>
                    <a:pt x="0" y="0"/>
                  </a:moveTo>
                  <a:lnTo>
                    <a:pt x="536274" y="0"/>
                  </a:lnTo>
                  <a:lnTo>
                    <a:pt x="536274" y="536274"/>
                  </a:lnTo>
                  <a:lnTo>
                    <a:pt x="0" y="53627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21" id="21"/>
            <p:cNvSpPr/>
            <p:nvPr/>
          </p:nvSpPr>
          <p:spPr>
            <a:xfrm flipH="false" flipV="false" rot="0">
              <a:off x="11220682" y="2146150"/>
              <a:ext cx="536274" cy="536274"/>
            </a:xfrm>
            <a:custGeom>
              <a:avLst/>
              <a:gdLst/>
              <a:ahLst/>
              <a:cxnLst/>
              <a:rect r="r" b="b" t="t" l="l"/>
              <a:pathLst>
                <a:path h="536274" w="536274">
                  <a:moveTo>
                    <a:pt x="0" y="0"/>
                  </a:moveTo>
                  <a:lnTo>
                    <a:pt x="536274" y="0"/>
                  </a:lnTo>
                  <a:lnTo>
                    <a:pt x="536274" y="536274"/>
                  </a:lnTo>
                  <a:lnTo>
                    <a:pt x="0" y="53627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22" id="22"/>
            <p:cNvSpPr/>
            <p:nvPr/>
          </p:nvSpPr>
          <p:spPr>
            <a:xfrm flipH="false" flipV="false" rot="0">
              <a:off x="13153956" y="2146150"/>
              <a:ext cx="536274" cy="536274"/>
            </a:xfrm>
            <a:custGeom>
              <a:avLst/>
              <a:gdLst/>
              <a:ahLst/>
              <a:cxnLst/>
              <a:rect r="r" b="b" t="t" l="l"/>
              <a:pathLst>
                <a:path h="536274" w="536274">
                  <a:moveTo>
                    <a:pt x="0" y="0"/>
                  </a:moveTo>
                  <a:lnTo>
                    <a:pt x="536274" y="0"/>
                  </a:lnTo>
                  <a:lnTo>
                    <a:pt x="536274" y="536274"/>
                  </a:lnTo>
                  <a:lnTo>
                    <a:pt x="0" y="53627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23" id="23"/>
            <p:cNvSpPr/>
            <p:nvPr/>
          </p:nvSpPr>
          <p:spPr>
            <a:xfrm flipH="false" flipV="false" rot="0">
              <a:off x="15210670" y="2146150"/>
              <a:ext cx="536274" cy="536274"/>
            </a:xfrm>
            <a:custGeom>
              <a:avLst/>
              <a:gdLst/>
              <a:ahLst/>
              <a:cxnLst/>
              <a:rect r="r" b="b" t="t" l="l"/>
              <a:pathLst>
                <a:path h="536274" w="536274">
                  <a:moveTo>
                    <a:pt x="0" y="0"/>
                  </a:moveTo>
                  <a:lnTo>
                    <a:pt x="536273" y="0"/>
                  </a:lnTo>
                  <a:lnTo>
                    <a:pt x="536273" y="536274"/>
                  </a:lnTo>
                  <a:lnTo>
                    <a:pt x="0" y="53627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24" id="24"/>
            <p:cNvSpPr/>
            <p:nvPr/>
          </p:nvSpPr>
          <p:spPr>
            <a:xfrm flipH="false" flipV="false" rot="0">
              <a:off x="7548440" y="3088824"/>
              <a:ext cx="536274" cy="536274"/>
            </a:xfrm>
            <a:custGeom>
              <a:avLst/>
              <a:gdLst/>
              <a:ahLst/>
              <a:cxnLst/>
              <a:rect r="r" b="b" t="t" l="l"/>
              <a:pathLst>
                <a:path h="536274" w="536274">
                  <a:moveTo>
                    <a:pt x="0" y="0"/>
                  </a:moveTo>
                  <a:lnTo>
                    <a:pt x="536274" y="0"/>
                  </a:lnTo>
                  <a:lnTo>
                    <a:pt x="536274" y="536274"/>
                  </a:lnTo>
                  <a:lnTo>
                    <a:pt x="0" y="53627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25" id="25"/>
            <p:cNvSpPr/>
            <p:nvPr/>
          </p:nvSpPr>
          <p:spPr>
            <a:xfrm flipH="false" flipV="false" rot="0">
              <a:off x="9481586" y="2146150"/>
              <a:ext cx="536274" cy="536274"/>
            </a:xfrm>
            <a:custGeom>
              <a:avLst/>
              <a:gdLst/>
              <a:ahLst/>
              <a:cxnLst/>
              <a:rect r="r" b="b" t="t" l="l"/>
              <a:pathLst>
                <a:path h="536274" w="536274">
                  <a:moveTo>
                    <a:pt x="0" y="0"/>
                  </a:moveTo>
                  <a:lnTo>
                    <a:pt x="536274" y="0"/>
                  </a:lnTo>
                  <a:lnTo>
                    <a:pt x="536274" y="536274"/>
                  </a:lnTo>
                  <a:lnTo>
                    <a:pt x="0" y="53627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26" id="26"/>
            <p:cNvSpPr/>
            <p:nvPr/>
          </p:nvSpPr>
          <p:spPr>
            <a:xfrm flipH="false" flipV="false" rot="0">
              <a:off x="11220682" y="3203762"/>
              <a:ext cx="536274" cy="536274"/>
            </a:xfrm>
            <a:custGeom>
              <a:avLst/>
              <a:gdLst/>
              <a:ahLst/>
              <a:cxnLst/>
              <a:rect r="r" b="b" t="t" l="l"/>
              <a:pathLst>
                <a:path h="536274" w="536274">
                  <a:moveTo>
                    <a:pt x="0" y="0"/>
                  </a:moveTo>
                  <a:lnTo>
                    <a:pt x="536274" y="0"/>
                  </a:lnTo>
                  <a:lnTo>
                    <a:pt x="536274" y="536273"/>
                  </a:lnTo>
                  <a:lnTo>
                    <a:pt x="0" y="53627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27" id="27"/>
            <p:cNvSpPr/>
            <p:nvPr/>
          </p:nvSpPr>
          <p:spPr>
            <a:xfrm flipH="false" flipV="false" rot="0">
              <a:off x="13153956" y="3088824"/>
              <a:ext cx="536274" cy="536274"/>
            </a:xfrm>
            <a:custGeom>
              <a:avLst/>
              <a:gdLst/>
              <a:ahLst/>
              <a:cxnLst/>
              <a:rect r="r" b="b" t="t" l="l"/>
              <a:pathLst>
                <a:path h="536274" w="536274">
                  <a:moveTo>
                    <a:pt x="0" y="0"/>
                  </a:moveTo>
                  <a:lnTo>
                    <a:pt x="536274" y="0"/>
                  </a:lnTo>
                  <a:lnTo>
                    <a:pt x="536274" y="536274"/>
                  </a:lnTo>
                  <a:lnTo>
                    <a:pt x="0" y="53627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28" id="28"/>
            <p:cNvSpPr/>
            <p:nvPr/>
          </p:nvSpPr>
          <p:spPr>
            <a:xfrm flipH="false" flipV="false" rot="0">
              <a:off x="15210670" y="3203762"/>
              <a:ext cx="536274" cy="536274"/>
            </a:xfrm>
            <a:custGeom>
              <a:avLst/>
              <a:gdLst/>
              <a:ahLst/>
              <a:cxnLst/>
              <a:rect r="r" b="b" t="t" l="l"/>
              <a:pathLst>
                <a:path h="536274" w="536274">
                  <a:moveTo>
                    <a:pt x="0" y="0"/>
                  </a:moveTo>
                  <a:lnTo>
                    <a:pt x="536273" y="0"/>
                  </a:lnTo>
                  <a:lnTo>
                    <a:pt x="536273" y="536273"/>
                  </a:lnTo>
                  <a:lnTo>
                    <a:pt x="0" y="53627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29" id="29"/>
            <p:cNvSpPr/>
            <p:nvPr/>
          </p:nvSpPr>
          <p:spPr>
            <a:xfrm flipH="false" flipV="false" rot="0">
              <a:off x="15210670" y="4146435"/>
              <a:ext cx="536274" cy="536274"/>
            </a:xfrm>
            <a:custGeom>
              <a:avLst/>
              <a:gdLst/>
              <a:ahLst/>
              <a:cxnLst/>
              <a:rect r="r" b="b" t="t" l="l"/>
              <a:pathLst>
                <a:path h="536274" w="536274">
                  <a:moveTo>
                    <a:pt x="0" y="0"/>
                  </a:moveTo>
                  <a:lnTo>
                    <a:pt x="536273" y="0"/>
                  </a:lnTo>
                  <a:lnTo>
                    <a:pt x="536273" y="536274"/>
                  </a:lnTo>
                  <a:lnTo>
                    <a:pt x="0" y="53627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0" id="30"/>
            <p:cNvSpPr/>
            <p:nvPr/>
          </p:nvSpPr>
          <p:spPr>
            <a:xfrm flipH="false" flipV="false" rot="0">
              <a:off x="15210670" y="5089109"/>
              <a:ext cx="536274" cy="536274"/>
            </a:xfrm>
            <a:custGeom>
              <a:avLst/>
              <a:gdLst/>
              <a:ahLst/>
              <a:cxnLst/>
              <a:rect r="r" b="b" t="t" l="l"/>
              <a:pathLst>
                <a:path h="536274" w="536274">
                  <a:moveTo>
                    <a:pt x="0" y="0"/>
                  </a:moveTo>
                  <a:lnTo>
                    <a:pt x="536273" y="0"/>
                  </a:lnTo>
                  <a:lnTo>
                    <a:pt x="536273" y="536274"/>
                  </a:lnTo>
                  <a:lnTo>
                    <a:pt x="0" y="53627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1" id="31"/>
            <p:cNvSpPr/>
            <p:nvPr/>
          </p:nvSpPr>
          <p:spPr>
            <a:xfrm flipH="false" flipV="false" rot="0">
              <a:off x="9481586" y="6031783"/>
              <a:ext cx="536274" cy="536274"/>
            </a:xfrm>
            <a:custGeom>
              <a:avLst/>
              <a:gdLst/>
              <a:ahLst/>
              <a:cxnLst/>
              <a:rect r="r" b="b" t="t" l="l"/>
              <a:pathLst>
                <a:path h="536274" w="536274">
                  <a:moveTo>
                    <a:pt x="0" y="0"/>
                  </a:moveTo>
                  <a:lnTo>
                    <a:pt x="536274" y="0"/>
                  </a:lnTo>
                  <a:lnTo>
                    <a:pt x="536274" y="536274"/>
                  </a:lnTo>
                  <a:lnTo>
                    <a:pt x="0" y="53627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2" id="32"/>
            <p:cNvSpPr/>
            <p:nvPr/>
          </p:nvSpPr>
          <p:spPr>
            <a:xfrm flipH="false" flipV="false" rot="0">
              <a:off x="11220682" y="6031783"/>
              <a:ext cx="536274" cy="536274"/>
            </a:xfrm>
            <a:custGeom>
              <a:avLst/>
              <a:gdLst/>
              <a:ahLst/>
              <a:cxnLst/>
              <a:rect r="r" b="b" t="t" l="l"/>
              <a:pathLst>
                <a:path h="536274" w="536274">
                  <a:moveTo>
                    <a:pt x="0" y="0"/>
                  </a:moveTo>
                  <a:lnTo>
                    <a:pt x="536274" y="0"/>
                  </a:lnTo>
                  <a:lnTo>
                    <a:pt x="536274" y="536274"/>
                  </a:lnTo>
                  <a:lnTo>
                    <a:pt x="0" y="53627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3" id="33"/>
            <p:cNvSpPr/>
            <p:nvPr/>
          </p:nvSpPr>
          <p:spPr>
            <a:xfrm flipH="false" flipV="false" rot="0">
              <a:off x="15210670" y="6031783"/>
              <a:ext cx="536274" cy="536274"/>
            </a:xfrm>
            <a:custGeom>
              <a:avLst/>
              <a:gdLst/>
              <a:ahLst/>
              <a:cxnLst/>
              <a:rect r="r" b="b" t="t" l="l"/>
              <a:pathLst>
                <a:path h="536274" w="536274">
                  <a:moveTo>
                    <a:pt x="0" y="0"/>
                  </a:moveTo>
                  <a:lnTo>
                    <a:pt x="536273" y="0"/>
                  </a:lnTo>
                  <a:lnTo>
                    <a:pt x="536273" y="536274"/>
                  </a:lnTo>
                  <a:lnTo>
                    <a:pt x="0" y="53627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4" id="34"/>
            <p:cNvSpPr/>
            <p:nvPr/>
          </p:nvSpPr>
          <p:spPr>
            <a:xfrm flipH="false" flipV="false" rot="0">
              <a:off x="15210670" y="6974457"/>
              <a:ext cx="536274" cy="536274"/>
            </a:xfrm>
            <a:custGeom>
              <a:avLst/>
              <a:gdLst/>
              <a:ahLst/>
              <a:cxnLst/>
              <a:rect r="r" b="b" t="t" l="l"/>
              <a:pathLst>
                <a:path h="536274" w="536274">
                  <a:moveTo>
                    <a:pt x="0" y="0"/>
                  </a:moveTo>
                  <a:lnTo>
                    <a:pt x="536273" y="0"/>
                  </a:lnTo>
                  <a:lnTo>
                    <a:pt x="536273" y="536273"/>
                  </a:lnTo>
                  <a:lnTo>
                    <a:pt x="0" y="53627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5" id="35"/>
            <p:cNvSpPr/>
            <p:nvPr/>
          </p:nvSpPr>
          <p:spPr>
            <a:xfrm flipH="false" flipV="false" rot="0">
              <a:off x="15210670" y="7917130"/>
              <a:ext cx="536274" cy="536274"/>
            </a:xfrm>
            <a:custGeom>
              <a:avLst/>
              <a:gdLst/>
              <a:ahLst/>
              <a:cxnLst/>
              <a:rect r="r" b="b" t="t" l="l"/>
              <a:pathLst>
                <a:path h="536274" w="536274">
                  <a:moveTo>
                    <a:pt x="0" y="0"/>
                  </a:moveTo>
                  <a:lnTo>
                    <a:pt x="536273" y="0"/>
                  </a:lnTo>
                  <a:lnTo>
                    <a:pt x="536273" y="536274"/>
                  </a:lnTo>
                  <a:lnTo>
                    <a:pt x="0" y="53627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6" id="36"/>
            <p:cNvSpPr/>
            <p:nvPr/>
          </p:nvSpPr>
          <p:spPr>
            <a:xfrm flipH="false" flipV="false" rot="0">
              <a:off x="13153956" y="7917130"/>
              <a:ext cx="536274" cy="536274"/>
            </a:xfrm>
            <a:custGeom>
              <a:avLst/>
              <a:gdLst/>
              <a:ahLst/>
              <a:cxnLst/>
              <a:rect r="r" b="b" t="t" l="l"/>
              <a:pathLst>
                <a:path h="536274" w="536274">
                  <a:moveTo>
                    <a:pt x="0" y="0"/>
                  </a:moveTo>
                  <a:lnTo>
                    <a:pt x="536274" y="0"/>
                  </a:lnTo>
                  <a:lnTo>
                    <a:pt x="536274" y="536274"/>
                  </a:lnTo>
                  <a:lnTo>
                    <a:pt x="0" y="53627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7" id="37"/>
            <p:cNvSpPr/>
            <p:nvPr/>
          </p:nvSpPr>
          <p:spPr>
            <a:xfrm flipH="false" flipV="false" rot="0">
              <a:off x="11220682" y="7917130"/>
              <a:ext cx="536274" cy="536274"/>
            </a:xfrm>
            <a:custGeom>
              <a:avLst/>
              <a:gdLst/>
              <a:ahLst/>
              <a:cxnLst/>
              <a:rect r="r" b="b" t="t" l="l"/>
              <a:pathLst>
                <a:path h="536274" w="536274">
                  <a:moveTo>
                    <a:pt x="0" y="0"/>
                  </a:moveTo>
                  <a:lnTo>
                    <a:pt x="536274" y="0"/>
                  </a:lnTo>
                  <a:lnTo>
                    <a:pt x="536274" y="536274"/>
                  </a:lnTo>
                  <a:lnTo>
                    <a:pt x="0" y="53627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8" id="38"/>
            <p:cNvSpPr/>
            <p:nvPr/>
          </p:nvSpPr>
          <p:spPr>
            <a:xfrm flipH="false" flipV="false" rot="0">
              <a:off x="9481586" y="7917130"/>
              <a:ext cx="536274" cy="536274"/>
            </a:xfrm>
            <a:custGeom>
              <a:avLst/>
              <a:gdLst/>
              <a:ahLst/>
              <a:cxnLst/>
              <a:rect r="r" b="b" t="t" l="l"/>
              <a:pathLst>
                <a:path h="536274" w="536274">
                  <a:moveTo>
                    <a:pt x="0" y="0"/>
                  </a:moveTo>
                  <a:lnTo>
                    <a:pt x="536274" y="0"/>
                  </a:lnTo>
                  <a:lnTo>
                    <a:pt x="536274" y="536274"/>
                  </a:lnTo>
                  <a:lnTo>
                    <a:pt x="0" y="53627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9" id="39"/>
            <p:cNvSpPr/>
            <p:nvPr/>
          </p:nvSpPr>
          <p:spPr>
            <a:xfrm flipH="false" flipV="false" rot="0">
              <a:off x="7548440" y="7917130"/>
              <a:ext cx="536274" cy="536274"/>
            </a:xfrm>
            <a:custGeom>
              <a:avLst/>
              <a:gdLst/>
              <a:ahLst/>
              <a:cxnLst/>
              <a:rect r="r" b="b" t="t" l="l"/>
              <a:pathLst>
                <a:path h="536274" w="536274">
                  <a:moveTo>
                    <a:pt x="0" y="0"/>
                  </a:moveTo>
                  <a:lnTo>
                    <a:pt x="536274" y="0"/>
                  </a:lnTo>
                  <a:lnTo>
                    <a:pt x="536274" y="536274"/>
                  </a:lnTo>
                  <a:lnTo>
                    <a:pt x="0" y="53627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0" id="40"/>
            <p:cNvSpPr/>
            <p:nvPr/>
          </p:nvSpPr>
          <p:spPr>
            <a:xfrm flipH="false" flipV="false" rot="0">
              <a:off x="11220682" y="8859804"/>
              <a:ext cx="536274" cy="536274"/>
            </a:xfrm>
            <a:custGeom>
              <a:avLst/>
              <a:gdLst/>
              <a:ahLst/>
              <a:cxnLst/>
              <a:rect r="r" b="b" t="t" l="l"/>
              <a:pathLst>
                <a:path h="536274" w="536274">
                  <a:moveTo>
                    <a:pt x="0" y="0"/>
                  </a:moveTo>
                  <a:lnTo>
                    <a:pt x="536274" y="0"/>
                  </a:lnTo>
                  <a:lnTo>
                    <a:pt x="536274" y="536274"/>
                  </a:lnTo>
                  <a:lnTo>
                    <a:pt x="0" y="53627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1" id="41"/>
            <p:cNvSpPr/>
            <p:nvPr/>
          </p:nvSpPr>
          <p:spPr>
            <a:xfrm flipH="false" flipV="false" rot="0">
              <a:off x="15210670" y="8859804"/>
              <a:ext cx="536274" cy="536274"/>
            </a:xfrm>
            <a:custGeom>
              <a:avLst/>
              <a:gdLst/>
              <a:ahLst/>
              <a:cxnLst/>
              <a:rect r="r" b="b" t="t" l="l"/>
              <a:pathLst>
                <a:path h="536274" w="536274">
                  <a:moveTo>
                    <a:pt x="0" y="0"/>
                  </a:moveTo>
                  <a:lnTo>
                    <a:pt x="536273" y="0"/>
                  </a:lnTo>
                  <a:lnTo>
                    <a:pt x="536273" y="536274"/>
                  </a:lnTo>
                  <a:lnTo>
                    <a:pt x="0" y="53627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2" id="42"/>
            <p:cNvSpPr/>
            <p:nvPr/>
          </p:nvSpPr>
          <p:spPr>
            <a:xfrm flipH="false" flipV="false" rot="0">
              <a:off x="15210670" y="9802478"/>
              <a:ext cx="536274" cy="536274"/>
            </a:xfrm>
            <a:custGeom>
              <a:avLst/>
              <a:gdLst/>
              <a:ahLst/>
              <a:cxnLst/>
              <a:rect r="r" b="b" t="t" l="l"/>
              <a:pathLst>
                <a:path h="536274" w="536274">
                  <a:moveTo>
                    <a:pt x="0" y="0"/>
                  </a:moveTo>
                  <a:lnTo>
                    <a:pt x="536273" y="0"/>
                  </a:lnTo>
                  <a:lnTo>
                    <a:pt x="536273" y="536274"/>
                  </a:lnTo>
                  <a:lnTo>
                    <a:pt x="0" y="53627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3" id="43"/>
            <p:cNvSpPr/>
            <p:nvPr/>
          </p:nvSpPr>
          <p:spPr>
            <a:xfrm flipH="false" flipV="false" rot="0">
              <a:off x="11220682" y="9802478"/>
              <a:ext cx="536274" cy="536274"/>
            </a:xfrm>
            <a:custGeom>
              <a:avLst/>
              <a:gdLst/>
              <a:ahLst/>
              <a:cxnLst/>
              <a:rect r="r" b="b" t="t" l="l"/>
              <a:pathLst>
                <a:path h="536274" w="536274">
                  <a:moveTo>
                    <a:pt x="0" y="0"/>
                  </a:moveTo>
                  <a:lnTo>
                    <a:pt x="536274" y="0"/>
                  </a:lnTo>
                  <a:lnTo>
                    <a:pt x="536274" y="536274"/>
                  </a:lnTo>
                  <a:lnTo>
                    <a:pt x="0" y="53627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4" id="44"/>
            <p:cNvSpPr/>
            <p:nvPr/>
          </p:nvSpPr>
          <p:spPr>
            <a:xfrm flipH="false" flipV="false" rot="0">
              <a:off x="9481586" y="9802478"/>
              <a:ext cx="536274" cy="536274"/>
            </a:xfrm>
            <a:custGeom>
              <a:avLst/>
              <a:gdLst/>
              <a:ahLst/>
              <a:cxnLst/>
              <a:rect r="r" b="b" t="t" l="l"/>
              <a:pathLst>
                <a:path h="536274" w="536274">
                  <a:moveTo>
                    <a:pt x="0" y="0"/>
                  </a:moveTo>
                  <a:lnTo>
                    <a:pt x="536274" y="0"/>
                  </a:lnTo>
                  <a:lnTo>
                    <a:pt x="536274" y="536274"/>
                  </a:lnTo>
                  <a:lnTo>
                    <a:pt x="0" y="53627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5" id="45"/>
            <p:cNvSpPr/>
            <p:nvPr/>
          </p:nvSpPr>
          <p:spPr>
            <a:xfrm flipH="false" flipV="false" rot="0">
              <a:off x="11220682" y="10745152"/>
              <a:ext cx="536274" cy="536274"/>
            </a:xfrm>
            <a:custGeom>
              <a:avLst/>
              <a:gdLst/>
              <a:ahLst/>
              <a:cxnLst/>
              <a:rect r="r" b="b" t="t" l="l"/>
              <a:pathLst>
                <a:path h="536274" w="536274">
                  <a:moveTo>
                    <a:pt x="0" y="0"/>
                  </a:moveTo>
                  <a:lnTo>
                    <a:pt x="536274" y="0"/>
                  </a:lnTo>
                  <a:lnTo>
                    <a:pt x="536274" y="536273"/>
                  </a:lnTo>
                  <a:lnTo>
                    <a:pt x="0" y="53627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6" id="46"/>
            <p:cNvSpPr/>
            <p:nvPr/>
          </p:nvSpPr>
          <p:spPr>
            <a:xfrm flipH="false" flipV="false" rot="0">
              <a:off x="15210670" y="10745152"/>
              <a:ext cx="536274" cy="536274"/>
            </a:xfrm>
            <a:custGeom>
              <a:avLst/>
              <a:gdLst/>
              <a:ahLst/>
              <a:cxnLst/>
              <a:rect r="r" b="b" t="t" l="l"/>
              <a:pathLst>
                <a:path h="536274" w="536274">
                  <a:moveTo>
                    <a:pt x="0" y="0"/>
                  </a:moveTo>
                  <a:lnTo>
                    <a:pt x="536273" y="0"/>
                  </a:lnTo>
                  <a:lnTo>
                    <a:pt x="536273" y="536273"/>
                  </a:lnTo>
                  <a:lnTo>
                    <a:pt x="0" y="53627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7" id="47"/>
            <p:cNvSpPr/>
            <p:nvPr/>
          </p:nvSpPr>
          <p:spPr>
            <a:xfrm flipH="false" flipV="false" rot="0">
              <a:off x="11220682" y="11687825"/>
              <a:ext cx="536274" cy="536274"/>
            </a:xfrm>
            <a:custGeom>
              <a:avLst/>
              <a:gdLst/>
              <a:ahLst/>
              <a:cxnLst/>
              <a:rect r="r" b="b" t="t" l="l"/>
              <a:pathLst>
                <a:path h="536274" w="536274">
                  <a:moveTo>
                    <a:pt x="0" y="0"/>
                  </a:moveTo>
                  <a:lnTo>
                    <a:pt x="536274" y="0"/>
                  </a:lnTo>
                  <a:lnTo>
                    <a:pt x="536274" y="536274"/>
                  </a:lnTo>
                  <a:lnTo>
                    <a:pt x="0" y="53627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8" id="48"/>
            <p:cNvSpPr/>
            <p:nvPr/>
          </p:nvSpPr>
          <p:spPr>
            <a:xfrm flipH="false" flipV="false" rot="0">
              <a:off x="15210670" y="11687825"/>
              <a:ext cx="536274" cy="536274"/>
            </a:xfrm>
            <a:custGeom>
              <a:avLst/>
              <a:gdLst/>
              <a:ahLst/>
              <a:cxnLst/>
              <a:rect r="r" b="b" t="t" l="l"/>
              <a:pathLst>
                <a:path h="536274" w="536274">
                  <a:moveTo>
                    <a:pt x="0" y="0"/>
                  </a:moveTo>
                  <a:lnTo>
                    <a:pt x="536273" y="0"/>
                  </a:lnTo>
                  <a:lnTo>
                    <a:pt x="536273" y="536274"/>
                  </a:lnTo>
                  <a:lnTo>
                    <a:pt x="0" y="53627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9" id="49"/>
            <p:cNvSpPr/>
            <p:nvPr/>
          </p:nvSpPr>
          <p:spPr>
            <a:xfrm flipH="false" flipV="false" rot="0">
              <a:off x="15210670" y="12630499"/>
              <a:ext cx="536274" cy="536274"/>
            </a:xfrm>
            <a:custGeom>
              <a:avLst/>
              <a:gdLst/>
              <a:ahLst/>
              <a:cxnLst/>
              <a:rect r="r" b="b" t="t" l="l"/>
              <a:pathLst>
                <a:path h="536274" w="536274">
                  <a:moveTo>
                    <a:pt x="0" y="0"/>
                  </a:moveTo>
                  <a:lnTo>
                    <a:pt x="536273" y="0"/>
                  </a:lnTo>
                  <a:lnTo>
                    <a:pt x="536273" y="536274"/>
                  </a:lnTo>
                  <a:lnTo>
                    <a:pt x="0" y="53627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graphicFrame>
        <p:nvGraphicFramePr>
          <p:cNvPr name="Table 14" id="14"/>
          <p:cNvGraphicFramePr>
            <a:graphicFrameLocks noGrp="true"/>
          </p:cNvGraphicFramePr>
          <p:nvPr/>
        </p:nvGraphicFramePr>
        <p:xfrm>
          <a:off x="0" y="0"/>
          <a:ext cx="12127071" cy="10039350"/>
        </p:xfrm>
        <a:graphic>
          <a:graphicData uri="http://schemas.openxmlformats.org/drawingml/2006/table">
            <a:tbl>
              <a:tblPr/>
              <a:tblGrid>
                <a:gridCol w="5054764"/>
                <a:gridCol w="1667351"/>
                <a:gridCol w="1106630"/>
                <a:gridCol w="1546958"/>
                <a:gridCol w="1556513"/>
                <a:gridCol w="1194855"/>
              </a:tblGrid>
              <a:tr h="717096">
                <a:tc>
                  <a:txBody>
                    <a:bodyPr anchor="t" rtlCol="false"/>
                    <a:lstStyle/>
                    <a:p>
                      <a:pPr algn="ctr">
                        <a:lnSpc>
                          <a:spcPts val="2240"/>
                        </a:lnSpc>
                        <a:defRPr/>
                      </a:pPr>
                      <a:r>
                        <a:rPr lang="en-US" sz="1600">
                          <a:solidFill>
                            <a:srgbClr val="000000"/>
                          </a:solidFill>
                          <a:latin typeface="Nourd"/>
                          <a:ea typeface="Nourd"/>
                          <a:cs typeface="Nourd"/>
                          <a:sym typeface="Nourd"/>
                        </a:rPr>
                        <a:t>Features</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240"/>
                        </a:lnSpc>
                        <a:defRPr/>
                      </a:pPr>
                      <a:r>
                        <a:rPr lang="en-US" sz="1600">
                          <a:solidFill>
                            <a:srgbClr val="000000"/>
                          </a:solidFill>
                          <a:latin typeface="Nourd"/>
                          <a:ea typeface="Nourd"/>
                          <a:cs typeface="Nourd"/>
                          <a:sym typeface="Nourd"/>
                        </a:rPr>
                        <a:t>Bandilyo App</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240"/>
                        </a:lnSpc>
                        <a:defRPr/>
                      </a:pPr>
                      <a:r>
                        <a:rPr lang="en-US" sz="1600">
                          <a:solidFill>
                            <a:srgbClr val="000000"/>
                          </a:solidFill>
                          <a:latin typeface="Nourd"/>
                          <a:ea typeface="Nourd"/>
                          <a:cs typeface="Nourd"/>
                          <a:sym typeface="Nourd"/>
                        </a:rPr>
                        <a:t>AGAPP</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240"/>
                        </a:lnSpc>
                        <a:defRPr/>
                      </a:pPr>
                      <a:r>
                        <a:rPr lang="en-US" sz="1600">
                          <a:solidFill>
                            <a:srgbClr val="000000"/>
                          </a:solidFill>
                          <a:latin typeface="Nourd"/>
                          <a:ea typeface="Nourd"/>
                          <a:cs typeface="Nourd"/>
                          <a:sym typeface="Nourd"/>
                        </a:rPr>
                        <a:t>iRespondPH</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240"/>
                        </a:lnSpc>
                        <a:defRPr/>
                      </a:pPr>
                      <a:r>
                        <a:rPr lang="en-US" sz="1600">
                          <a:solidFill>
                            <a:srgbClr val="000000"/>
                          </a:solidFill>
                          <a:latin typeface="Nourd"/>
                          <a:ea typeface="Nourd"/>
                          <a:cs typeface="Nourd"/>
                          <a:sym typeface="Nourd"/>
                        </a:rPr>
                        <a:t>Mamamayan</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240"/>
                        </a:lnSpc>
                        <a:defRPr/>
                      </a:pPr>
                      <a:r>
                        <a:rPr lang="en-US" sz="1600">
                          <a:solidFill>
                            <a:srgbClr val="000000"/>
                          </a:solidFill>
                          <a:latin typeface="Nourd"/>
                          <a:ea typeface="Nourd"/>
                          <a:cs typeface="Nourd"/>
                          <a:sym typeface="Nourd"/>
                        </a:rPr>
                        <a:t>SitRepO</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717096">
                <a:tc>
                  <a:txBody>
                    <a:bodyPr anchor="t" rtlCol="false"/>
                    <a:lstStyle/>
                    <a:p>
                      <a:pPr algn="ctr">
                        <a:lnSpc>
                          <a:spcPts val="2240"/>
                        </a:lnSpc>
                        <a:defRPr/>
                      </a:pPr>
                      <a:r>
                        <a:rPr lang="en-US" sz="1600">
                          <a:solidFill>
                            <a:srgbClr val="000000"/>
                          </a:solidFill>
                          <a:latin typeface="Nourd"/>
                          <a:ea typeface="Nourd"/>
                          <a:cs typeface="Nourd"/>
                          <a:sym typeface="Nourd"/>
                        </a:rPr>
                        <a:t>User Management</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24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24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24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24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24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717096">
                <a:tc>
                  <a:txBody>
                    <a:bodyPr anchor="t" rtlCol="false"/>
                    <a:lstStyle/>
                    <a:p>
                      <a:pPr algn="ctr">
                        <a:lnSpc>
                          <a:spcPts val="2240"/>
                        </a:lnSpc>
                        <a:defRPr/>
                      </a:pPr>
                      <a:r>
                        <a:rPr lang="en-US" sz="1600">
                          <a:solidFill>
                            <a:srgbClr val="000000"/>
                          </a:solidFill>
                          <a:latin typeface="Nourd"/>
                          <a:ea typeface="Nourd"/>
                          <a:cs typeface="Nourd"/>
                          <a:sym typeface="Nourd"/>
                        </a:rPr>
                        <a:t>Real-time Reporting</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24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24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24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24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24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717096">
                <a:tc>
                  <a:txBody>
                    <a:bodyPr anchor="t" rtlCol="false"/>
                    <a:lstStyle/>
                    <a:p>
                      <a:pPr algn="ctr">
                        <a:lnSpc>
                          <a:spcPts val="2240"/>
                        </a:lnSpc>
                        <a:defRPr/>
                      </a:pPr>
                      <a:r>
                        <a:rPr lang="en-US" sz="1600">
                          <a:solidFill>
                            <a:srgbClr val="000000"/>
                          </a:solidFill>
                          <a:latin typeface="Nourd"/>
                          <a:ea typeface="Nourd"/>
                          <a:cs typeface="Nourd"/>
                          <a:sym typeface="Nourd"/>
                        </a:rPr>
                        <a:t>Geolocation, Geotagging</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24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24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24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24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24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717096">
                <a:tc>
                  <a:txBody>
                    <a:bodyPr anchor="t" rtlCol="false"/>
                    <a:lstStyle/>
                    <a:p>
                      <a:pPr algn="ctr">
                        <a:lnSpc>
                          <a:spcPts val="2240"/>
                        </a:lnSpc>
                        <a:defRPr/>
                      </a:pPr>
                      <a:r>
                        <a:rPr lang="en-US" sz="1600">
                          <a:solidFill>
                            <a:srgbClr val="000000"/>
                          </a:solidFill>
                          <a:latin typeface="Nourd"/>
                          <a:ea typeface="Nourd"/>
                          <a:cs typeface="Nourd"/>
                          <a:sym typeface="Nourd"/>
                        </a:rPr>
                        <a:t>Community/Jurisdiction Hazard-Exposure Profiling </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24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24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24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24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24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717096">
                <a:tc>
                  <a:txBody>
                    <a:bodyPr anchor="t" rtlCol="false"/>
                    <a:lstStyle/>
                    <a:p>
                      <a:pPr algn="ctr">
                        <a:lnSpc>
                          <a:spcPts val="2240"/>
                        </a:lnSpc>
                        <a:defRPr/>
                      </a:pPr>
                      <a:r>
                        <a:rPr lang="en-US" sz="1600">
                          <a:solidFill>
                            <a:srgbClr val="000000"/>
                          </a:solidFill>
                          <a:latin typeface="Nourd"/>
                          <a:ea typeface="Nourd"/>
                          <a:cs typeface="Nourd"/>
                          <a:sym typeface="Nourd"/>
                        </a:rPr>
                        <a:t>Initial Disaster Reporting</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24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24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24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24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24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717096">
                <a:tc>
                  <a:txBody>
                    <a:bodyPr anchor="t" rtlCol="false"/>
                    <a:lstStyle/>
                    <a:p>
                      <a:pPr algn="ctr">
                        <a:lnSpc>
                          <a:spcPts val="2240"/>
                        </a:lnSpc>
                        <a:defRPr/>
                      </a:pPr>
                      <a:r>
                        <a:rPr lang="en-US" sz="1600">
                          <a:solidFill>
                            <a:srgbClr val="000000"/>
                          </a:solidFill>
                          <a:latin typeface="Nourd"/>
                          <a:ea typeface="Nourd"/>
                          <a:cs typeface="Nourd"/>
                          <a:sym typeface="Nourd"/>
                        </a:rPr>
                        <a:t>Report Verification</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24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24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24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24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24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717096">
                <a:tc>
                  <a:txBody>
                    <a:bodyPr anchor="t" rtlCol="false"/>
                    <a:lstStyle/>
                    <a:p>
                      <a:pPr algn="ctr">
                        <a:lnSpc>
                          <a:spcPts val="2240"/>
                        </a:lnSpc>
                        <a:defRPr/>
                      </a:pPr>
                      <a:r>
                        <a:rPr lang="en-US" sz="1600">
                          <a:solidFill>
                            <a:srgbClr val="000000"/>
                          </a:solidFill>
                          <a:latin typeface="Nourd"/>
                          <a:ea typeface="Nourd"/>
                          <a:cs typeface="Nourd"/>
                          <a:sym typeface="Nourd"/>
                        </a:rPr>
                        <a:t>Hazard/Disaster Event Creation</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24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24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24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24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24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717096">
                <a:tc>
                  <a:txBody>
                    <a:bodyPr anchor="t" rtlCol="false"/>
                    <a:lstStyle/>
                    <a:p>
                      <a:pPr algn="ctr">
                        <a:lnSpc>
                          <a:spcPts val="2240"/>
                        </a:lnSpc>
                        <a:defRPr/>
                      </a:pPr>
                      <a:r>
                        <a:rPr lang="en-US" sz="1600">
                          <a:solidFill>
                            <a:srgbClr val="000000"/>
                          </a:solidFill>
                          <a:latin typeface="Nourd"/>
                          <a:ea typeface="Nourd"/>
                          <a:cs typeface="Nourd"/>
                          <a:sym typeface="Nourd"/>
                        </a:rPr>
                        <a:t>Disaster Situation Reporting</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24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24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24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24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24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717096">
                <a:tc>
                  <a:txBody>
                    <a:bodyPr anchor="t" rtlCol="false"/>
                    <a:lstStyle/>
                    <a:p>
                      <a:pPr algn="ctr">
                        <a:lnSpc>
                          <a:spcPts val="2240"/>
                        </a:lnSpc>
                        <a:defRPr/>
                      </a:pPr>
                      <a:r>
                        <a:rPr lang="en-US" sz="1600">
                          <a:solidFill>
                            <a:srgbClr val="000000"/>
                          </a:solidFill>
                          <a:latin typeface="Nourd"/>
                          <a:ea typeface="Nourd"/>
                          <a:cs typeface="Nourd"/>
                          <a:sym typeface="Nourd"/>
                        </a:rPr>
                        <a:t>Update Situation Report</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24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24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24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24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24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717096">
                <a:tc>
                  <a:txBody>
                    <a:bodyPr anchor="t" rtlCol="false"/>
                    <a:lstStyle/>
                    <a:p>
                      <a:pPr algn="ctr">
                        <a:lnSpc>
                          <a:spcPts val="2240"/>
                        </a:lnSpc>
                        <a:defRPr/>
                      </a:pPr>
                      <a:r>
                        <a:rPr lang="en-US" sz="1600">
                          <a:solidFill>
                            <a:srgbClr val="000000"/>
                          </a:solidFill>
                          <a:latin typeface="Nourd"/>
                          <a:ea typeface="Nourd"/>
                          <a:cs typeface="Nourd"/>
                          <a:sym typeface="Nourd"/>
                        </a:rPr>
                        <a:t>Situational Report (SitRep) Generation</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24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24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24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24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24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717096">
                <a:tc>
                  <a:txBody>
                    <a:bodyPr anchor="t" rtlCol="false"/>
                    <a:lstStyle/>
                    <a:p>
                      <a:pPr algn="ctr">
                        <a:lnSpc>
                          <a:spcPts val="2240"/>
                        </a:lnSpc>
                        <a:defRPr/>
                      </a:pPr>
                      <a:r>
                        <a:rPr lang="en-US" sz="1600">
                          <a:solidFill>
                            <a:srgbClr val="000000"/>
                          </a:solidFill>
                          <a:latin typeface="Nourd"/>
                          <a:ea typeface="Nourd"/>
                          <a:cs typeface="Nourd"/>
                          <a:sym typeface="Nourd"/>
                        </a:rPr>
                        <a:t>Situation Report Historical Catalog</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24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24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24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24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24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717096">
                <a:tc>
                  <a:txBody>
                    <a:bodyPr anchor="t" rtlCol="false"/>
                    <a:lstStyle/>
                    <a:p>
                      <a:pPr algn="ctr">
                        <a:lnSpc>
                          <a:spcPts val="2240"/>
                        </a:lnSpc>
                        <a:defRPr/>
                      </a:pPr>
                      <a:r>
                        <a:rPr lang="en-US" sz="1600">
                          <a:solidFill>
                            <a:srgbClr val="000000"/>
                          </a:solidFill>
                          <a:latin typeface="Nourd"/>
                          <a:ea typeface="Nourd"/>
                          <a:cs typeface="Nourd"/>
                          <a:sym typeface="Nourd"/>
                        </a:rPr>
                        <a:t>System Dashboard</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24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24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24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24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24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717096">
                <a:tc>
                  <a:txBody>
                    <a:bodyPr anchor="t" rtlCol="false"/>
                    <a:lstStyle/>
                    <a:p>
                      <a:pPr algn="ctr">
                        <a:lnSpc>
                          <a:spcPts val="2240"/>
                        </a:lnSpc>
                        <a:defRPr/>
                      </a:pPr>
                      <a:r>
                        <a:rPr lang="en-US" sz="1600">
                          <a:solidFill>
                            <a:srgbClr val="000000"/>
                          </a:solidFill>
                          <a:latin typeface="Nourd"/>
                          <a:ea typeface="Nourd"/>
                          <a:cs typeface="Nourd"/>
                          <a:sym typeface="Nourd"/>
                        </a:rPr>
                        <a:t>Search, Filter, and Export</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24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24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24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24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24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bl>
          </a:graphicData>
        </a:graphic>
      </p:graphicFrame>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313" r="0" b="-9313"/>
            </a:stretch>
          </a:blipFill>
        </p:spPr>
      </p:sp>
      <p:grpSp>
        <p:nvGrpSpPr>
          <p:cNvPr name="Group 3" id="3"/>
          <p:cNvGrpSpPr/>
          <p:nvPr/>
        </p:nvGrpSpPr>
        <p:grpSpPr>
          <a:xfrm rot="0">
            <a:off x="1028700" y="1028700"/>
            <a:ext cx="16230600" cy="10972082"/>
            <a:chOff x="0" y="0"/>
            <a:chExt cx="826612" cy="558800"/>
          </a:xfrm>
        </p:grpSpPr>
        <p:sp>
          <p:nvSpPr>
            <p:cNvPr name="Freeform 4" id="4"/>
            <p:cNvSpPr/>
            <p:nvPr/>
          </p:nvSpPr>
          <p:spPr>
            <a:xfrm flipH="false" flipV="false" rot="0">
              <a:off x="0" y="0"/>
              <a:ext cx="826612" cy="558800"/>
            </a:xfrm>
            <a:custGeom>
              <a:avLst/>
              <a:gdLst/>
              <a:ahLst/>
              <a:cxnLst/>
              <a:rect r="r" b="b" t="t" l="l"/>
              <a:pathLst>
                <a:path h="558800" w="826612">
                  <a:moveTo>
                    <a:pt x="826612" y="0"/>
                  </a:moveTo>
                  <a:lnTo>
                    <a:pt x="826612" y="304800"/>
                  </a:lnTo>
                  <a:lnTo>
                    <a:pt x="457275" y="558800"/>
                  </a:lnTo>
                  <a:lnTo>
                    <a:pt x="0" y="558800"/>
                  </a:lnTo>
                  <a:lnTo>
                    <a:pt x="0" y="248920"/>
                  </a:lnTo>
                  <a:lnTo>
                    <a:pt x="364061" y="0"/>
                  </a:lnTo>
                  <a:lnTo>
                    <a:pt x="826612" y="0"/>
                  </a:lnTo>
                  <a:close/>
                </a:path>
              </a:pathLst>
            </a:custGeom>
            <a:solidFill>
              <a:srgbClr val="56D363"/>
            </a:solidFill>
            <a:ln w="28575" cap="sq">
              <a:solidFill>
                <a:srgbClr val="000000"/>
              </a:solidFill>
              <a:prstDash val="solid"/>
              <a:miter/>
            </a:ln>
          </p:spPr>
        </p:sp>
        <p:sp>
          <p:nvSpPr>
            <p:cNvPr name="TextBox 5" id="5"/>
            <p:cNvSpPr txBox="true"/>
            <p:nvPr/>
          </p:nvSpPr>
          <p:spPr>
            <a:xfrm>
              <a:off x="140700" y="161925"/>
              <a:ext cx="545212" cy="264795"/>
            </a:xfrm>
            <a:prstGeom prst="rect">
              <a:avLst/>
            </a:prstGeom>
          </p:spPr>
          <p:txBody>
            <a:bodyPr anchor="ctr" rtlCol="false" tIns="50800" lIns="50800" bIns="50800" rIns="50800"/>
            <a:lstStyle/>
            <a:p>
              <a:pPr algn="ctr" marL="0" indent="0" lvl="0">
                <a:lnSpc>
                  <a:spcPts val="2640"/>
                </a:lnSpc>
                <a:spcBef>
                  <a:spcPct val="0"/>
                </a:spcBef>
              </a:pPr>
            </a:p>
          </p:txBody>
        </p:sp>
      </p:grpSp>
      <p:sp>
        <p:nvSpPr>
          <p:cNvPr name="TextBox 6" id="6"/>
          <p:cNvSpPr txBox="true"/>
          <p:nvPr/>
        </p:nvSpPr>
        <p:spPr>
          <a:xfrm rot="0">
            <a:off x="7624652" y="3968927"/>
            <a:ext cx="9073857" cy="1632585"/>
          </a:xfrm>
          <a:prstGeom prst="rect">
            <a:avLst/>
          </a:prstGeom>
        </p:spPr>
        <p:txBody>
          <a:bodyPr anchor="t" rtlCol="false" tIns="0" lIns="0" bIns="0" rIns="0">
            <a:spAutoFit/>
          </a:bodyPr>
          <a:lstStyle/>
          <a:p>
            <a:pPr algn="r">
              <a:lnSpc>
                <a:spcPts val="13439"/>
              </a:lnSpc>
            </a:pPr>
            <a:r>
              <a:rPr lang="en-US" sz="9600">
                <a:solidFill>
                  <a:srgbClr val="000000"/>
                </a:solidFill>
                <a:latin typeface="Nourd"/>
                <a:ea typeface="Nourd"/>
                <a:cs typeface="Nourd"/>
                <a:sym typeface="Nourd"/>
              </a:rPr>
              <a:t>Methodology</a:t>
            </a:r>
          </a:p>
        </p:txBody>
      </p:sp>
      <p:grpSp>
        <p:nvGrpSpPr>
          <p:cNvPr name="Group 7" id="7"/>
          <p:cNvGrpSpPr/>
          <p:nvPr/>
        </p:nvGrpSpPr>
        <p:grpSpPr>
          <a:xfrm rot="-2104736">
            <a:off x="-4649281" y="4357478"/>
            <a:ext cx="9703680" cy="1572043"/>
            <a:chOff x="0" y="0"/>
            <a:chExt cx="4614007" cy="747492"/>
          </a:xfrm>
        </p:grpSpPr>
        <p:sp>
          <p:nvSpPr>
            <p:cNvPr name="Freeform 8" id="8"/>
            <p:cNvSpPr/>
            <p:nvPr/>
          </p:nvSpPr>
          <p:spPr>
            <a:xfrm flipH="false" flipV="false" rot="0">
              <a:off x="0" y="0"/>
              <a:ext cx="4614007" cy="747492"/>
            </a:xfrm>
            <a:custGeom>
              <a:avLst/>
              <a:gdLst/>
              <a:ahLst/>
              <a:cxnLst/>
              <a:rect r="r" b="b" t="t" l="l"/>
              <a:pathLst>
                <a:path h="747492" w="4614007">
                  <a:moveTo>
                    <a:pt x="4614007" y="373746"/>
                  </a:moveTo>
                  <a:lnTo>
                    <a:pt x="4207607" y="0"/>
                  </a:lnTo>
                  <a:lnTo>
                    <a:pt x="4207607" y="203200"/>
                  </a:lnTo>
                  <a:lnTo>
                    <a:pt x="0" y="203200"/>
                  </a:lnTo>
                  <a:lnTo>
                    <a:pt x="0" y="544292"/>
                  </a:lnTo>
                  <a:lnTo>
                    <a:pt x="4207607" y="544292"/>
                  </a:lnTo>
                  <a:lnTo>
                    <a:pt x="4207607" y="747492"/>
                  </a:lnTo>
                  <a:lnTo>
                    <a:pt x="4614007" y="373746"/>
                  </a:lnTo>
                  <a:close/>
                </a:path>
              </a:pathLst>
            </a:custGeom>
            <a:solidFill>
              <a:srgbClr val="56D363"/>
            </a:solidFill>
            <a:ln w="28575" cap="sq">
              <a:solidFill>
                <a:srgbClr val="000000"/>
              </a:solidFill>
              <a:prstDash val="solid"/>
              <a:miter/>
            </a:ln>
          </p:spPr>
        </p:sp>
        <p:sp>
          <p:nvSpPr>
            <p:cNvPr name="TextBox 9" id="9"/>
            <p:cNvSpPr txBox="true"/>
            <p:nvPr/>
          </p:nvSpPr>
          <p:spPr>
            <a:xfrm>
              <a:off x="0" y="231775"/>
              <a:ext cx="4512407" cy="312517"/>
            </a:xfrm>
            <a:prstGeom prst="rect">
              <a:avLst/>
            </a:prstGeom>
          </p:spPr>
          <p:txBody>
            <a:bodyPr anchor="ctr" rtlCol="false" tIns="50800" lIns="50800" bIns="50800" rIns="50800"/>
            <a:lstStyle/>
            <a:p>
              <a:pPr algn="ctr">
                <a:lnSpc>
                  <a:spcPts val="2640"/>
                </a:lnSpc>
              </a:pPr>
            </a:p>
          </p:txBody>
        </p:sp>
      </p:grpSp>
      <p:grpSp>
        <p:nvGrpSpPr>
          <p:cNvPr name="Group 10" id="10"/>
          <p:cNvGrpSpPr/>
          <p:nvPr/>
        </p:nvGrpSpPr>
        <p:grpSpPr>
          <a:xfrm rot="-2104736">
            <a:off x="-2263931" y="7705702"/>
            <a:ext cx="9703680" cy="1572043"/>
            <a:chOff x="0" y="0"/>
            <a:chExt cx="4614007" cy="747492"/>
          </a:xfrm>
        </p:grpSpPr>
        <p:sp>
          <p:nvSpPr>
            <p:cNvPr name="Freeform 11" id="11"/>
            <p:cNvSpPr/>
            <p:nvPr/>
          </p:nvSpPr>
          <p:spPr>
            <a:xfrm flipH="false" flipV="false" rot="0">
              <a:off x="0" y="0"/>
              <a:ext cx="4614007" cy="747492"/>
            </a:xfrm>
            <a:custGeom>
              <a:avLst/>
              <a:gdLst/>
              <a:ahLst/>
              <a:cxnLst/>
              <a:rect r="r" b="b" t="t" l="l"/>
              <a:pathLst>
                <a:path h="747492" w="4614007">
                  <a:moveTo>
                    <a:pt x="4614007" y="373746"/>
                  </a:moveTo>
                  <a:lnTo>
                    <a:pt x="4207607" y="0"/>
                  </a:lnTo>
                  <a:lnTo>
                    <a:pt x="4207607" y="203200"/>
                  </a:lnTo>
                  <a:lnTo>
                    <a:pt x="0" y="203200"/>
                  </a:lnTo>
                  <a:lnTo>
                    <a:pt x="0" y="544292"/>
                  </a:lnTo>
                  <a:lnTo>
                    <a:pt x="4207607" y="544292"/>
                  </a:lnTo>
                  <a:lnTo>
                    <a:pt x="4207607" y="747492"/>
                  </a:lnTo>
                  <a:lnTo>
                    <a:pt x="4614007" y="373746"/>
                  </a:lnTo>
                  <a:close/>
                </a:path>
              </a:pathLst>
            </a:custGeom>
            <a:solidFill>
              <a:srgbClr val="F5F6F0"/>
            </a:solidFill>
            <a:ln w="28575" cap="sq">
              <a:solidFill>
                <a:srgbClr val="000000"/>
              </a:solidFill>
              <a:prstDash val="solid"/>
              <a:miter/>
            </a:ln>
          </p:spPr>
        </p:sp>
        <p:sp>
          <p:nvSpPr>
            <p:cNvPr name="TextBox 12" id="12"/>
            <p:cNvSpPr txBox="true"/>
            <p:nvPr/>
          </p:nvSpPr>
          <p:spPr>
            <a:xfrm>
              <a:off x="0" y="231775"/>
              <a:ext cx="4512407" cy="312517"/>
            </a:xfrm>
            <a:prstGeom prst="rect">
              <a:avLst/>
            </a:prstGeom>
          </p:spPr>
          <p:txBody>
            <a:bodyPr anchor="ctr" rtlCol="false" tIns="50800" lIns="50800" bIns="50800" rIns="50800"/>
            <a:lstStyle/>
            <a:p>
              <a:pPr algn="ctr">
                <a:lnSpc>
                  <a:spcPts val="2640"/>
                </a:lnSpc>
              </a:pPr>
            </a:p>
          </p:txBody>
        </p:sp>
      </p:grpSp>
      <p:grpSp>
        <p:nvGrpSpPr>
          <p:cNvPr name="Group 13" id="13"/>
          <p:cNvGrpSpPr/>
          <p:nvPr/>
        </p:nvGrpSpPr>
        <p:grpSpPr>
          <a:xfrm rot="-2104736">
            <a:off x="-5988528" y="8386589"/>
            <a:ext cx="9703680" cy="1572043"/>
            <a:chOff x="0" y="0"/>
            <a:chExt cx="4614007" cy="747492"/>
          </a:xfrm>
        </p:grpSpPr>
        <p:sp>
          <p:nvSpPr>
            <p:cNvPr name="Freeform 14" id="14"/>
            <p:cNvSpPr/>
            <p:nvPr/>
          </p:nvSpPr>
          <p:spPr>
            <a:xfrm flipH="false" flipV="false" rot="0">
              <a:off x="0" y="0"/>
              <a:ext cx="4614007" cy="747492"/>
            </a:xfrm>
            <a:custGeom>
              <a:avLst/>
              <a:gdLst/>
              <a:ahLst/>
              <a:cxnLst/>
              <a:rect r="r" b="b" t="t" l="l"/>
              <a:pathLst>
                <a:path h="747492" w="4614007">
                  <a:moveTo>
                    <a:pt x="4614007" y="373746"/>
                  </a:moveTo>
                  <a:lnTo>
                    <a:pt x="4207607" y="0"/>
                  </a:lnTo>
                  <a:lnTo>
                    <a:pt x="4207607" y="203200"/>
                  </a:lnTo>
                  <a:lnTo>
                    <a:pt x="0" y="203200"/>
                  </a:lnTo>
                  <a:lnTo>
                    <a:pt x="0" y="544292"/>
                  </a:lnTo>
                  <a:lnTo>
                    <a:pt x="4207607" y="544292"/>
                  </a:lnTo>
                  <a:lnTo>
                    <a:pt x="4207607" y="747492"/>
                  </a:lnTo>
                  <a:lnTo>
                    <a:pt x="4614007" y="373746"/>
                  </a:lnTo>
                  <a:close/>
                </a:path>
              </a:pathLst>
            </a:custGeom>
            <a:solidFill>
              <a:srgbClr val="F5F6F0"/>
            </a:solidFill>
            <a:ln w="28575" cap="sq">
              <a:solidFill>
                <a:srgbClr val="000000"/>
              </a:solidFill>
              <a:prstDash val="solid"/>
              <a:miter/>
            </a:ln>
          </p:spPr>
        </p:sp>
        <p:sp>
          <p:nvSpPr>
            <p:cNvPr name="TextBox 15" id="15"/>
            <p:cNvSpPr txBox="true"/>
            <p:nvPr/>
          </p:nvSpPr>
          <p:spPr>
            <a:xfrm>
              <a:off x="0" y="231775"/>
              <a:ext cx="4512407" cy="312517"/>
            </a:xfrm>
            <a:prstGeom prst="rect">
              <a:avLst/>
            </a:prstGeom>
          </p:spPr>
          <p:txBody>
            <a:bodyPr anchor="ctr" rtlCol="false" tIns="50800" lIns="50800" bIns="50800" rIns="50800"/>
            <a:lstStyle/>
            <a:p>
              <a:pPr algn="ctr">
                <a:lnSpc>
                  <a:spcPts val="2640"/>
                </a:lnSpc>
              </a:pPr>
            </a:p>
          </p:txBody>
        </p:sp>
      </p:gr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F5F6F0"/>
        </a:solidFill>
      </p:bgPr>
    </p:bg>
    <p:spTree>
      <p:nvGrpSpPr>
        <p:cNvPr id="1" name=""/>
        <p:cNvGrpSpPr/>
        <p:nvPr/>
      </p:nvGrpSpPr>
      <p:grpSpPr>
        <a:xfrm>
          <a:off x="0" y="0"/>
          <a:ext cx="0" cy="0"/>
          <a:chOff x="0" y="0"/>
          <a:chExt cx="0" cy="0"/>
        </a:xfrm>
      </p:grpSpPr>
      <p:grpSp>
        <p:nvGrpSpPr>
          <p:cNvPr name="Group 2" id="2"/>
          <p:cNvGrpSpPr/>
          <p:nvPr/>
        </p:nvGrpSpPr>
        <p:grpSpPr>
          <a:xfrm rot="0">
            <a:off x="-741918" y="6473260"/>
            <a:ext cx="1770618" cy="2356168"/>
            <a:chOff x="0" y="0"/>
            <a:chExt cx="2360824" cy="3141557"/>
          </a:xfrm>
        </p:grpSpPr>
        <p:grpSp>
          <p:nvGrpSpPr>
            <p:cNvPr name="Group 3" id="3"/>
            <p:cNvGrpSpPr/>
            <p:nvPr/>
          </p:nvGrpSpPr>
          <p:grpSpPr>
            <a:xfrm rot="0">
              <a:off x="0" y="0"/>
              <a:ext cx="2360824" cy="2210133"/>
              <a:chOff x="0" y="0"/>
              <a:chExt cx="596900" cy="558800"/>
            </a:xfrm>
          </p:grpSpPr>
          <p:sp>
            <p:nvSpPr>
              <p:cNvPr name="Freeform 4" id="4"/>
              <p:cNvSpPr/>
              <p:nvPr/>
            </p:nvSpPr>
            <p:spPr>
              <a:xfrm flipH="false" flipV="false" rot="0">
                <a:off x="0" y="0"/>
                <a:ext cx="596900" cy="558800"/>
              </a:xfrm>
              <a:custGeom>
                <a:avLst/>
                <a:gdLst/>
                <a:ahLst/>
                <a:cxnLst/>
                <a:rect r="r" b="b" t="t" l="l"/>
                <a:pathLst>
                  <a:path h="558800" w="596900">
                    <a:moveTo>
                      <a:pt x="596900" y="0"/>
                    </a:moveTo>
                    <a:lnTo>
                      <a:pt x="596900" y="304800"/>
                    </a:lnTo>
                    <a:lnTo>
                      <a:pt x="330200" y="558800"/>
                    </a:lnTo>
                    <a:lnTo>
                      <a:pt x="0" y="558800"/>
                    </a:lnTo>
                    <a:lnTo>
                      <a:pt x="0" y="248920"/>
                    </a:lnTo>
                    <a:lnTo>
                      <a:pt x="262890" y="0"/>
                    </a:lnTo>
                    <a:lnTo>
                      <a:pt x="596900" y="0"/>
                    </a:lnTo>
                    <a:close/>
                  </a:path>
                </a:pathLst>
              </a:custGeom>
              <a:solidFill>
                <a:srgbClr val="56D363"/>
              </a:solidFill>
              <a:ln w="28575" cap="sq">
                <a:solidFill>
                  <a:srgbClr val="000000"/>
                </a:solidFill>
                <a:prstDash val="solid"/>
                <a:miter/>
              </a:ln>
            </p:spPr>
          </p:sp>
          <p:sp>
            <p:nvSpPr>
              <p:cNvPr name="TextBox 5" id="5"/>
              <p:cNvSpPr txBox="true"/>
              <p:nvPr/>
            </p:nvSpPr>
            <p:spPr>
              <a:xfrm>
                <a:off x="101600" y="161925"/>
                <a:ext cx="393700" cy="264795"/>
              </a:xfrm>
              <a:prstGeom prst="rect">
                <a:avLst/>
              </a:prstGeom>
            </p:spPr>
            <p:txBody>
              <a:bodyPr anchor="ctr" rtlCol="false" tIns="50800" lIns="50800" bIns="50800" rIns="50800"/>
              <a:lstStyle/>
              <a:p>
                <a:pPr algn="ctr" marL="0" indent="0" lvl="0">
                  <a:lnSpc>
                    <a:spcPts val="2640"/>
                  </a:lnSpc>
                  <a:spcBef>
                    <a:spcPct val="0"/>
                  </a:spcBef>
                </a:pPr>
              </a:p>
            </p:txBody>
          </p:sp>
        </p:grpSp>
        <p:grpSp>
          <p:nvGrpSpPr>
            <p:cNvPr name="Group 6" id="6"/>
            <p:cNvGrpSpPr/>
            <p:nvPr/>
          </p:nvGrpSpPr>
          <p:grpSpPr>
            <a:xfrm rot="0">
              <a:off x="264514" y="1813412"/>
              <a:ext cx="1418701" cy="1328146"/>
              <a:chOff x="0" y="0"/>
              <a:chExt cx="596900" cy="558800"/>
            </a:xfrm>
          </p:grpSpPr>
          <p:sp>
            <p:nvSpPr>
              <p:cNvPr name="Freeform 7" id="7"/>
              <p:cNvSpPr/>
              <p:nvPr/>
            </p:nvSpPr>
            <p:spPr>
              <a:xfrm flipH="false" flipV="false" rot="0">
                <a:off x="0" y="0"/>
                <a:ext cx="596900" cy="558800"/>
              </a:xfrm>
              <a:custGeom>
                <a:avLst/>
                <a:gdLst/>
                <a:ahLst/>
                <a:cxnLst/>
                <a:rect r="r" b="b" t="t" l="l"/>
                <a:pathLst>
                  <a:path h="558800" w="596900">
                    <a:moveTo>
                      <a:pt x="596900" y="0"/>
                    </a:moveTo>
                    <a:lnTo>
                      <a:pt x="596900" y="304800"/>
                    </a:lnTo>
                    <a:lnTo>
                      <a:pt x="330200" y="558800"/>
                    </a:lnTo>
                    <a:lnTo>
                      <a:pt x="0" y="558800"/>
                    </a:lnTo>
                    <a:lnTo>
                      <a:pt x="0" y="248920"/>
                    </a:lnTo>
                    <a:lnTo>
                      <a:pt x="262890" y="0"/>
                    </a:lnTo>
                    <a:lnTo>
                      <a:pt x="596900" y="0"/>
                    </a:lnTo>
                    <a:close/>
                  </a:path>
                </a:pathLst>
              </a:custGeom>
              <a:solidFill>
                <a:srgbClr val="F5F6F0"/>
              </a:solidFill>
              <a:ln w="28575" cap="sq">
                <a:solidFill>
                  <a:srgbClr val="000000"/>
                </a:solidFill>
                <a:prstDash val="solid"/>
                <a:miter/>
              </a:ln>
            </p:spPr>
          </p:sp>
          <p:sp>
            <p:nvSpPr>
              <p:cNvPr name="TextBox 8" id="8"/>
              <p:cNvSpPr txBox="true"/>
              <p:nvPr/>
            </p:nvSpPr>
            <p:spPr>
              <a:xfrm>
                <a:off x="101600" y="161925"/>
                <a:ext cx="393700" cy="264795"/>
              </a:xfrm>
              <a:prstGeom prst="rect">
                <a:avLst/>
              </a:prstGeom>
            </p:spPr>
            <p:txBody>
              <a:bodyPr anchor="ctr" rtlCol="false" tIns="50800" lIns="50800" bIns="50800" rIns="50800"/>
              <a:lstStyle/>
              <a:p>
                <a:pPr algn="ctr" marL="0" indent="0" lvl="0">
                  <a:lnSpc>
                    <a:spcPts val="2640"/>
                  </a:lnSpc>
                  <a:spcBef>
                    <a:spcPct val="0"/>
                  </a:spcBef>
                </a:pPr>
              </a:p>
            </p:txBody>
          </p:sp>
        </p:grpSp>
      </p:grpSp>
      <p:grpSp>
        <p:nvGrpSpPr>
          <p:cNvPr name="Group 9" id="9"/>
          <p:cNvGrpSpPr/>
          <p:nvPr/>
        </p:nvGrpSpPr>
        <p:grpSpPr>
          <a:xfrm rot="0">
            <a:off x="15716250" y="-1543050"/>
            <a:ext cx="3086100" cy="3086100"/>
            <a:chOff x="0" y="0"/>
            <a:chExt cx="558800" cy="558800"/>
          </a:xfrm>
        </p:grpSpPr>
        <p:sp>
          <p:nvSpPr>
            <p:cNvPr name="Freeform 10" id="10"/>
            <p:cNvSpPr/>
            <p:nvPr/>
          </p:nvSpPr>
          <p:spPr>
            <a:xfrm flipH="false" flipV="false" rot="0">
              <a:off x="0" y="0"/>
              <a:ext cx="558800" cy="558800"/>
            </a:xfrm>
            <a:custGeom>
              <a:avLst/>
              <a:gdLst/>
              <a:ahLst/>
              <a:cxnLst/>
              <a:rect r="r" b="b" t="t" l="l"/>
              <a:pathLst>
                <a:path h="558800" w="558800">
                  <a:moveTo>
                    <a:pt x="33042" y="234291"/>
                  </a:moveTo>
                  <a:cubicBezTo>
                    <a:pt x="49299" y="253840"/>
                    <a:pt x="49332" y="305706"/>
                    <a:pt x="33167" y="325331"/>
                  </a:cubicBezTo>
                  <a:cubicBezTo>
                    <a:pt x="12843" y="350003"/>
                    <a:pt x="669" y="381568"/>
                    <a:pt x="669" y="415884"/>
                  </a:cubicBezTo>
                  <a:cubicBezTo>
                    <a:pt x="669" y="495135"/>
                    <a:pt x="64865" y="558800"/>
                    <a:pt x="143251" y="558800"/>
                  </a:cubicBezTo>
                  <a:cubicBezTo>
                    <a:pt x="177745" y="558800"/>
                    <a:pt x="209318" y="546669"/>
                    <a:pt x="233976" y="526404"/>
                  </a:cubicBezTo>
                  <a:cubicBezTo>
                    <a:pt x="253647" y="510238"/>
                    <a:pt x="305827" y="510235"/>
                    <a:pt x="325498" y="526401"/>
                  </a:cubicBezTo>
                  <a:cubicBezTo>
                    <a:pt x="350157" y="546668"/>
                    <a:pt x="381730" y="558800"/>
                    <a:pt x="416232" y="558800"/>
                  </a:cubicBezTo>
                  <a:cubicBezTo>
                    <a:pt x="494618" y="558800"/>
                    <a:pt x="558800" y="495135"/>
                    <a:pt x="558800" y="415884"/>
                  </a:cubicBezTo>
                  <a:cubicBezTo>
                    <a:pt x="558800" y="381312"/>
                    <a:pt x="546247" y="349534"/>
                    <a:pt x="525581" y="324782"/>
                  </a:cubicBezTo>
                  <a:cubicBezTo>
                    <a:pt x="509342" y="305335"/>
                    <a:pt x="509342" y="254131"/>
                    <a:pt x="525556" y="234663"/>
                  </a:cubicBezTo>
                  <a:cubicBezTo>
                    <a:pt x="546238" y="209831"/>
                    <a:pt x="558800" y="177872"/>
                    <a:pt x="558800" y="142916"/>
                  </a:cubicBezTo>
                  <a:cubicBezTo>
                    <a:pt x="558800" y="64349"/>
                    <a:pt x="494618" y="0"/>
                    <a:pt x="416232" y="0"/>
                  </a:cubicBezTo>
                  <a:cubicBezTo>
                    <a:pt x="382027" y="0"/>
                    <a:pt x="350824" y="11865"/>
                    <a:pt x="326295" y="31724"/>
                  </a:cubicBezTo>
                  <a:cubicBezTo>
                    <a:pt x="306327" y="47891"/>
                    <a:pt x="252153" y="47709"/>
                    <a:pt x="232185" y="31544"/>
                  </a:cubicBezTo>
                  <a:cubicBezTo>
                    <a:pt x="207787" y="11793"/>
                    <a:pt x="176670" y="0"/>
                    <a:pt x="142568" y="0"/>
                  </a:cubicBezTo>
                  <a:cubicBezTo>
                    <a:pt x="64181" y="0"/>
                    <a:pt x="0" y="64349"/>
                    <a:pt x="0" y="142916"/>
                  </a:cubicBezTo>
                  <a:cubicBezTo>
                    <a:pt x="0" y="177697"/>
                    <a:pt x="12437" y="209512"/>
                    <a:pt x="33042" y="234291"/>
                  </a:cubicBezTo>
                  <a:close/>
                </a:path>
              </a:pathLst>
            </a:custGeom>
            <a:solidFill>
              <a:srgbClr val="F5F6F0"/>
            </a:solidFill>
            <a:ln w="28575" cap="sq">
              <a:solidFill>
                <a:srgbClr val="56D363"/>
              </a:solidFill>
              <a:prstDash val="solid"/>
              <a:miter/>
            </a:ln>
          </p:spPr>
        </p:sp>
        <p:sp>
          <p:nvSpPr>
            <p:cNvPr name="TextBox 11" id="11"/>
            <p:cNvSpPr txBox="true"/>
            <p:nvPr/>
          </p:nvSpPr>
          <p:spPr>
            <a:xfrm>
              <a:off x="44450" y="73025"/>
              <a:ext cx="469900" cy="441325"/>
            </a:xfrm>
            <a:prstGeom prst="rect">
              <a:avLst/>
            </a:prstGeom>
          </p:spPr>
          <p:txBody>
            <a:bodyPr anchor="ctr" rtlCol="false" tIns="50800" lIns="50800" bIns="50800" rIns="50800"/>
            <a:lstStyle/>
            <a:p>
              <a:pPr algn="ctr" marL="0" indent="0" lvl="0">
                <a:lnSpc>
                  <a:spcPts val="2640"/>
                </a:lnSpc>
                <a:spcBef>
                  <a:spcPct val="0"/>
                </a:spcBef>
              </a:pPr>
            </a:p>
          </p:txBody>
        </p:sp>
      </p:grpSp>
      <p:sp>
        <p:nvSpPr>
          <p:cNvPr name="Freeform 12" id="12"/>
          <p:cNvSpPr/>
          <p:nvPr/>
        </p:nvSpPr>
        <p:spPr>
          <a:xfrm flipH="false" flipV="false" rot="0">
            <a:off x="9044705" y="0"/>
            <a:ext cx="7987943" cy="10351546"/>
          </a:xfrm>
          <a:custGeom>
            <a:avLst/>
            <a:gdLst/>
            <a:ahLst/>
            <a:cxnLst/>
            <a:rect r="r" b="b" t="t" l="l"/>
            <a:pathLst>
              <a:path h="10351546" w="7987943">
                <a:moveTo>
                  <a:pt x="0" y="0"/>
                </a:moveTo>
                <a:lnTo>
                  <a:pt x="7987942" y="0"/>
                </a:lnTo>
                <a:lnTo>
                  <a:pt x="7987942" y="10351546"/>
                </a:lnTo>
                <a:lnTo>
                  <a:pt x="0" y="10351546"/>
                </a:lnTo>
                <a:lnTo>
                  <a:pt x="0" y="0"/>
                </a:lnTo>
                <a:close/>
              </a:path>
            </a:pathLst>
          </a:custGeom>
          <a:blipFill>
            <a:blip r:embed="rId2"/>
            <a:stretch>
              <a:fillRect l="0" t="0" r="0" b="0"/>
            </a:stretch>
          </a:blipFill>
        </p:spPr>
      </p:sp>
      <p:sp>
        <p:nvSpPr>
          <p:cNvPr name="TextBox 13" id="13"/>
          <p:cNvSpPr txBox="true"/>
          <p:nvPr/>
        </p:nvSpPr>
        <p:spPr>
          <a:xfrm rot="0">
            <a:off x="1474916" y="3760839"/>
            <a:ext cx="5644417" cy="1667510"/>
          </a:xfrm>
          <a:prstGeom prst="rect">
            <a:avLst/>
          </a:prstGeom>
        </p:spPr>
        <p:txBody>
          <a:bodyPr anchor="t" rtlCol="false" tIns="0" lIns="0" bIns="0" rIns="0">
            <a:spAutoFit/>
          </a:bodyPr>
          <a:lstStyle/>
          <a:p>
            <a:pPr algn="l" marL="0" indent="0" lvl="0">
              <a:lnSpc>
                <a:spcPts val="6399"/>
              </a:lnSpc>
              <a:spcBef>
                <a:spcPct val="0"/>
              </a:spcBef>
            </a:pPr>
            <a:r>
              <a:rPr lang="en-US" b="true" sz="6399">
                <a:solidFill>
                  <a:srgbClr val="000000"/>
                </a:solidFill>
                <a:latin typeface="Nourd Semi-Bold"/>
                <a:ea typeface="Nourd Semi-Bold"/>
                <a:cs typeface="Nourd Semi-Bold"/>
                <a:sym typeface="Nourd Semi-Bold"/>
              </a:rPr>
              <a:t>Architectural Design</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F5F6F0"/>
        </a:solidFill>
      </p:bgPr>
    </p:bg>
    <p:spTree>
      <p:nvGrpSpPr>
        <p:cNvPr id="1" name=""/>
        <p:cNvGrpSpPr/>
        <p:nvPr/>
      </p:nvGrpSpPr>
      <p:grpSpPr>
        <a:xfrm>
          <a:off x="0" y="0"/>
          <a:ext cx="0" cy="0"/>
          <a:chOff x="0" y="0"/>
          <a:chExt cx="0" cy="0"/>
        </a:xfrm>
      </p:grpSpPr>
      <p:grpSp>
        <p:nvGrpSpPr>
          <p:cNvPr name="Group 2" id="2"/>
          <p:cNvGrpSpPr/>
          <p:nvPr/>
        </p:nvGrpSpPr>
        <p:grpSpPr>
          <a:xfrm rot="0">
            <a:off x="-885309" y="4909199"/>
            <a:ext cx="1770618" cy="2356168"/>
            <a:chOff x="0" y="0"/>
            <a:chExt cx="2360824" cy="3141557"/>
          </a:xfrm>
        </p:grpSpPr>
        <p:grpSp>
          <p:nvGrpSpPr>
            <p:cNvPr name="Group 3" id="3"/>
            <p:cNvGrpSpPr/>
            <p:nvPr/>
          </p:nvGrpSpPr>
          <p:grpSpPr>
            <a:xfrm rot="0">
              <a:off x="0" y="0"/>
              <a:ext cx="2360824" cy="2210133"/>
              <a:chOff x="0" y="0"/>
              <a:chExt cx="596900" cy="558800"/>
            </a:xfrm>
          </p:grpSpPr>
          <p:sp>
            <p:nvSpPr>
              <p:cNvPr name="Freeform 4" id="4"/>
              <p:cNvSpPr/>
              <p:nvPr/>
            </p:nvSpPr>
            <p:spPr>
              <a:xfrm flipH="false" flipV="false" rot="0">
                <a:off x="0" y="0"/>
                <a:ext cx="596900" cy="558800"/>
              </a:xfrm>
              <a:custGeom>
                <a:avLst/>
                <a:gdLst/>
                <a:ahLst/>
                <a:cxnLst/>
                <a:rect r="r" b="b" t="t" l="l"/>
                <a:pathLst>
                  <a:path h="558800" w="596900">
                    <a:moveTo>
                      <a:pt x="596900" y="0"/>
                    </a:moveTo>
                    <a:lnTo>
                      <a:pt x="596900" y="304800"/>
                    </a:lnTo>
                    <a:lnTo>
                      <a:pt x="330200" y="558800"/>
                    </a:lnTo>
                    <a:lnTo>
                      <a:pt x="0" y="558800"/>
                    </a:lnTo>
                    <a:lnTo>
                      <a:pt x="0" y="248920"/>
                    </a:lnTo>
                    <a:lnTo>
                      <a:pt x="262890" y="0"/>
                    </a:lnTo>
                    <a:lnTo>
                      <a:pt x="596900" y="0"/>
                    </a:lnTo>
                    <a:close/>
                  </a:path>
                </a:pathLst>
              </a:custGeom>
              <a:solidFill>
                <a:srgbClr val="56D363"/>
              </a:solidFill>
              <a:ln w="28575" cap="sq">
                <a:solidFill>
                  <a:srgbClr val="000000"/>
                </a:solidFill>
                <a:prstDash val="solid"/>
                <a:miter/>
              </a:ln>
            </p:spPr>
          </p:sp>
          <p:sp>
            <p:nvSpPr>
              <p:cNvPr name="TextBox 5" id="5"/>
              <p:cNvSpPr txBox="true"/>
              <p:nvPr/>
            </p:nvSpPr>
            <p:spPr>
              <a:xfrm>
                <a:off x="101600" y="161925"/>
                <a:ext cx="393700" cy="264795"/>
              </a:xfrm>
              <a:prstGeom prst="rect">
                <a:avLst/>
              </a:prstGeom>
            </p:spPr>
            <p:txBody>
              <a:bodyPr anchor="ctr" rtlCol="false" tIns="50800" lIns="50800" bIns="50800" rIns="50800"/>
              <a:lstStyle/>
              <a:p>
                <a:pPr algn="ctr" marL="0" indent="0" lvl="0">
                  <a:lnSpc>
                    <a:spcPts val="2640"/>
                  </a:lnSpc>
                  <a:spcBef>
                    <a:spcPct val="0"/>
                  </a:spcBef>
                </a:pPr>
              </a:p>
            </p:txBody>
          </p:sp>
        </p:grpSp>
        <p:grpSp>
          <p:nvGrpSpPr>
            <p:cNvPr name="Group 6" id="6"/>
            <p:cNvGrpSpPr/>
            <p:nvPr/>
          </p:nvGrpSpPr>
          <p:grpSpPr>
            <a:xfrm rot="0">
              <a:off x="264514" y="1813412"/>
              <a:ext cx="1418701" cy="1328146"/>
              <a:chOff x="0" y="0"/>
              <a:chExt cx="596900" cy="558800"/>
            </a:xfrm>
          </p:grpSpPr>
          <p:sp>
            <p:nvSpPr>
              <p:cNvPr name="Freeform 7" id="7"/>
              <p:cNvSpPr/>
              <p:nvPr/>
            </p:nvSpPr>
            <p:spPr>
              <a:xfrm flipH="false" flipV="false" rot="0">
                <a:off x="0" y="0"/>
                <a:ext cx="596900" cy="558800"/>
              </a:xfrm>
              <a:custGeom>
                <a:avLst/>
                <a:gdLst/>
                <a:ahLst/>
                <a:cxnLst/>
                <a:rect r="r" b="b" t="t" l="l"/>
                <a:pathLst>
                  <a:path h="558800" w="596900">
                    <a:moveTo>
                      <a:pt x="596900" y="0"/>
                    </a:moveTo>
                    <a:lnTo>
                      <a:pt x="596900" y="304800"/>
                    </a:lnTo>
                    <a:lnTo>
                      <a:pt x="330200" y="558800"/>
                    </a:lnTo>
                    <a:lnTo>
                      <a:pt x="0" y="558800"/>
                    </a:lnTo>
                    <a:lnTo>
                      <a:pt x="0" y="248920"/>
                    </a:lnTo>
                    <a:lnTo>
                      <a:pt x="262890" y="0"/>
                    </a:lnTo>
                    <a:lnTo>
                      <a:pt x="596900" y="0"/>
                    </a:lnTo>
                    <a:close/>
                  </a:path>
                </a:pathLst>
              </a:custGeom>
              <a:solidFill>
                <a:srgbClr val="F5F6F0"/>
              </a:solidFill>
              <a:ln w="28575" cap="sq">
                <a:solidFill>
                  <a:srgbClr val="000000"/>
                </a:solidFill>
                <a:prstDash val="solid"/>
                <a:miter/>
              </a:ln>
            </p:spPr>
          </p:sp>
          <p:sp>
            <p:nvSpPr>
              <p:cNvPr name="TextBox 8" id="8"/>
              <p:cNvSpPr txBox="true"/>
              <p:nvPr/>
            </p:nvSpPr>
            <p:spPr>
              <a:xfrm>
                <a:off x="101600" y="161925"/>
                <a:ext cx="393700" cy="264795"/>
              </a:xfrm>
              <a:prstGeom prst="rect">
                <a:avLst/>
              </a:prstGeom>
            </p:spPr>
            <p:txBody>
              <a:bodyPr anchor="ctr" rtlCol="false" tIns="50800" lIns="50800" bIns="50800" rIns="50800"/>
              <a:lstStyle/>
              <a:p>
                <a:pPr algn="ctr" marL="0" indent="0" lvl="0">
                  <a:lnSpc>
                    <a:spcPts val="2640"/>
                  </a:lnSpc>
                  <a:spcBef>
                    <a:spcPct val="0"/>
                  </a:spcBef>
                </a:pPr>
              </a:p>
            </p:txBody>
          </p:sp>
        </p:grpSp>
      </p:grpSp>
      <p:grpSp>
        <p:nvGrpSpPr>
          <p:cNvPr name="Group 9" id="9"/>
          <p:cNvGrpSpPr/>
          <p:nvPr/>
        </p:nvGrpSpPr>
        <p:grpSpPr>
          <a:xfrm rot="0">
            <a:off x="16744950" y="8829428"/>
            <a:ext cx="3086100" cy="3086100"/>
            <a:chOff x="0" y="0"/>
            <a:chExt cx="558800" cy="558800"/>
          </a:xfrm>
        </p:grpSpPr>
        <p:sp>
          <p:nvSpPr>
            <p:cNvPr name="Freeform 10" id="10"/>
            <p:cNvSpPr/>
            <p:nvPr/>
          </p:nvSpPr>
          <p:spPr>
            <a:xfrm flipH="false" flipV="false" rot="0">
              <a:off x="0" y="0"/>
              <a:ext cx="558800" cy="558800"/>
            </a:xfrm>
            <a:custGeom>
              <a:avLst/>
              <a:gdLst/>
              <a:ahLst/>
              <a:cxnLst/>
              <a:rect r="r" b="b" t="t" l="l"/>
              <a:pathLst>
                <a:path h="558800" w="558800">
                  <a:moveTo>
                    <a:pt x="33042" y="234291"/>
                  </a:moveTo>
                  <a:cubicBezTo>
                    <a:pt x="49299" y="253840"/>
                    <a:pt x="49332" y="305706"/>
                    <a:pt x="33167" y="325331"/>
                  </a:cubicBezTo>
                  <a:cubicBezTo>
                    <a:pt x="12843" y="350003"/>
                    <a:pt x="669" y="381568"/>
                    <a:pt x="669" y="415884"/>
                  </a:cubicBezTo>
                  <a:cubicBezTo>
                    <a:pt x="669" y="495135"/>
                    <a:pt x="64865" y="558800"/>
                    <a:pt x="143251" y="558800"/>
                  </a:cubicBezTo>
                  <a:cubicBezTo>
                    <a:pt x="177745" y="558800"/>
                    <a:pt x="209318" y="546669"/>
                    <a:pt x="233976" y="526404"/>
                  </a:cubicBezTo>
                  <a:cubicBezTo>
                    <a:pt x="253647" y="510238"/>
                    <a:pt x="305827" y="510235"/>
                    <a:pt x="325498" y="526401"/>
                  </a:cubicBezTo>
                  <a:cubicBezTo>
                    <a:pt x="350157" y="546668"/>
                    <a:pt x="381730" y="558800"/>
                    <a:pt x="416232" y="558800"/>
                  </a:cubicBezTo>
                  <a:cubicBezTo>
                    <a:pt x="494618" y="558800"/>
                    <a:pt x="558800" y="495135"/>
                    <a:pt x="558800" y="415884"/>
                  </a:cubicBezTo>
                  <a:cubicBezTo>
                    <a:pt x="558800" y="381312"/>
                    <a:pt x="546247" y="349534"/>
                    <a:pt x="525581" y="324782"/>
                  </a:cubicBezTo>
                  <a:cubicBezTo>
                    <a:pt x="509342" y="305335"/>
                    <a:pt x="509342" y="254131"/>
                    <a:pt x="525556" y="234663"/>
                  </a:cubicBezTo>
                  <a:cubicBezTo>
                    <a:pt x="546238" y="209831"/>
                    <a:pt x="558800" y="177872"/>
                    <a:pt x="558800" y="142916"/>
                  </a:cubicBezTo>
                  <a:cubicBezTo>
                    <a:pt x="558800" y="64349"/>
                    <a:pt x="494618" y="0"/>
                    <a:pt x="416232" y="0"/>
                  </a:cubicBezTo>
                  <a:cubicBezTo>
                    <a:pt x="382027" y="0"/>
                    <a:pt x="350824" y="11865"/>
                    <a:pt x="326295" y="31724"/>
                  </a:cubicBezTo>
                  <a:cubicBezTo>
                    <a:pt x="306327" y="47891"/>
                    <a:pt x="252153" y="47709"/>
                    <a:pt x="232185" y="31544"/>
                  </a:cubicBezTo>
                  <a:cubicBezTo>
                    <a:pt x="207787" y="11793"/>
                    <a:pt x="176670" y="0"/>
                    <a:pt x="142568" y="0"/>
                  </a:cubicBezTo>
                  <a:cubicBezTo>
                    <a:pt x="64181" y="0"/>
                    <a:pt x="0" y="64349"/>
                    <a:pt x="0" y="142916"/>
                  </a:cubicBezTo>
                  <a:cubicBezTo>
                    <a:pt x="0" y="177697"/>
                    <a:pt x="12437" y="209512"/>
                    <a:pt x="33042" y="234291"/>
                  </a:cubicBezTo>
                  <a:close/>
                </a:path>
              </a:pathLst>
            </a:custGeom>
            <a:solidFill>
              <a:srgbClr val="F5F6F0"/>
            </a:solidFill>
            <a:ln w="28575" cap="sq">
              <a:solidFill>
                <a:srgbClr val="56D363"/>
              </a:solidFill>
              <a:prstDash val="solid"/>
              <a:miter/>
            </a:ln>
          </p:spPr>
        </p:sp>
        <p:sp>
          <p:nvSpPr>
            <p:cNvPr name="TextBox 11" id="11"/>
            <p:cNvSpPr txBox="true"/>
            <p:nvPr/>
          </p:nvSpPr>
          <p:spPr>
            <a:xfrm>
              <a:off x="44450" y="73025"/>
              <a:ext cx="469900" cy="441325"/>
            </a:xfrm>
            <a:prstGeom prst="rect">
              <a:avLst/>
            </a:prstGeom>
          </p:spPr>
          <p:txBody>
            <a:bodyPr anchor="ctr" rtlCol="false" tIns="50800" lIns="50800" bIns="50800" rIns="50800"/>
            <a:lstStyle/>
            <a:p>
              <a:pPr algn="ctr" marL="0" indent="0" lvl="0">
                <a:lnSpc>
                  <a:spcPts val="2640"/>
                </a:lnSpc>
                <a:spcBef>
                  <a:spcPct val="0"/>
                </a:spcBef>
              </a:pPr>
            </a:p>
          </p:txBody>
        </p:sp>
      </p:grpSp>
      <p:sp>
        <p:nvSpPr>
          <p:cNvPr name="Freeform 12" id="12"/>
          <p:cNvSpPr/>
          <p:nvPr/>
        </p:nvSpPr>
        <p:spPr>
          <a:xfrm flipH="false" flipV="false" rot="0">
            <a:off x="885309" y="-409740"/>
            <a:ext cx="16322657" cy="10637877"/>
          </a:xfrm>
          <a:custGeom>
            <a:avLst/>
            <a:gdLst/>
            <a:ahLst/>
            <a:cxnLst/>
            <a:rect r="r" b="b" t="t" l="l"/>
            <a:pathLst>
              <a:path h="10637877" w="16322657">
                <a:moveTo>
                  <a:pt x="0" y="0"/>
                </a:moveTo>
                <a:lnTo>
                  <a:pt x="16322657" y="0"/>
                </a:lnTo>
                <a:lnTo>
                  <a:pt x="16322657" y="10637877"/>
                </a:lnTo>
                <a:lnTo>
                  <a:pt x="0" y="10637877"/>
                </a:lnTo>
                <a:lnTo>
                  <a:pt x="0" y="0"/>
                </a:lnTo>
                <a:close/>
              </a:path>
            </a:pathLst>
          </a:custGeom>
          <a:blipFill>
            <a:blip r:embed="rId3"/>
            <a:stretch>
              <a:fillRect l="-6986" t="0" r="0" b="0"/>
            </a:stretch>
          </a:blipFill>
        </p:spPr>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F5F6F0"/>
        </a:solidFill>
      </p:bgPr>
    </p:bg>
    <p:spTree>
      <p:nvGrpSpPr>
        <p:cNvPr id="1" name=""/>
        <p:cNvGrpSpPr/>
        <p:nvPr/>
      </p:nvGrpSpPr>
      <p:grpSpPr>
        <a:xfrm>
          <a:off x="0" y="0"/>
          <a:ext cx="0" cy="0"/>
          <a:chOff x="0" y="0"/>
          <a:chExt cx="0" cy="0"/>
        </a:xfrm>
      </p:grpSpPr>
      <p:grpSp>
        <p:nvGrpSpPr>
          <p:cNvPr name="Group 2" id="2"/>
          <p:cNvGrpSpPr/>
          <p:nvPr/>
        </p:nvGrpSpPr>
        <p:grpSpPr>
          <a:xfrm rot="0">
            <a:off x="-741918" y="6473260"/>
            <a:ext cx="1770618" cy="2356168"/>
            <a:chOff x="0" y="0"/>
            <a:chExt cx="2360824" cy="3141557"/>
          </a:xfrm>
        </p:grpSpPr>
        <p:grpSp>
          <p:nvGrpSpPr>
            <p:cNvPr name="Group 3" id="3"/>
            <p:cNvGrpSpPr/>
            <p:nvPr/>
          </p:nvGrpSpPr>
          <p:grpSpPr>
            <a:xfrm rot="0">
              <a:off x="0" y="0"/>
              <a:ext cx="2360824" cy="2210133"/>
              <a:chOff x="0" y="0"/>
              <a:chExt cx="596900" cy="558800"/>
            </a:xfrm>
          </p:grpSpPr>
          <p:sp>
            <p:nvSpPr>
              <p:cNvPr name="Freeform 4" id="4"/>
              <p:cNvSpPr/>
              <p:nvPr/>
            </p:nvSpPr>
            <p:spPr>
              <a:xfrm flipH="false" flipV="false" rot="0">
                <a:off x="0" y="0"/>
                <a:ext cx="596900" cy="558800"/>
              </a:xfrm>
              <a:custGeom>
                <a:avLst/>
                <a:gdLst/>
                <a:ahLst/>
                <a:cxnLst/>
                <a:rect r="r" b="b" t="t" l="l"/>
                <a:pathLst>
                  <a:path h="558800" w="596900">
                    <a:moveTo>
                      <a:pt x="596900" y="0"/>
                    </a:moveTo>
                    <a:lnTo>
                      <a:pt x="596900" y="304800"/>
                    </a:lnTo>
                    <a:lnTo>
                      <a:pt x="330200" y="558800"/>
                    </a:lnTo>
                    <a:lnTo>
                      <a:pt x="0" y="558800"/>
                    </a:lnTo>
                    <a:lnTo>
                      <a:pt x="0" y="248920"/>
                    </a:lnTo>
                    <a:lnTo>
                      <a:pt x="262890" y="0"/>
                    </a:lnTo>
                    <a:lnTo>
                      <a:pt x="596900" y="0"/>
                    </a:lnTo>
                    <a:close/>
                  </a:path>
                </a:pathLst>
              </a:custGeom>
              <a:solidFill>
                <a:srgbClr val="56D363"/>
              </a:solidFill>
              <a:ln w="28575" cap="sq">
                <a:solidFill>
                  <a:srgbClr val="000000"/>
                </a:solidFill>
                <a:prstDash val="solid"/>
                <a:miter/>
              </a:ln>
            </p:spPr>
          </p:sp>
          <p:sp>
            <p:nvSpPr>
              <p:cNvPr name="TextBox 5" id="5"/>
              <p:cNvSpPr txBox="true"/>
              <p:nvPr/>
            </p:nvSpPr>
            <p:spPr>
              <a:xfrm>
                <a:off x="101600" y="161925"/>
                <a:ext cx="393700" cy="264795"/>
              </a:xfrm>
              <a:prstGeom prst="rect">
                <a:avLst/>
              </a:prstGeom>
            </p:spPr>
            <p:txBody>
              <a:bodyPr anchor="ctr" rtlCol="false" tIns="50800" lIns="50800" bIns="50800" rIns="50800"/>
              <a:lstStyle/>
              <a:p>
                <a:pPr algn="ctr" marL="0" indent="0" lvl="0">
                  <a:lnSpc>
                    <a:spcPts val="2640"/>
                  </a:lnSpc>
                  <a:spcBef>
                    <a:spcPct val="0"/>
                  </a:spcBef>
                </a:pPr>
              </a:p>
            </p:txBody>
          </p:sp>
        </p:grpSp>
        <p:grpSp>
          <p:nvGrpSpPr>
            <p:cNvPr name="Group 6" id="6"/>
            <p:cNvGrpSpPr/>
            <p:nvPr/>
          </p:nvGrpSpPr>
          <p:grpSpPr>
            <a:xfrm rot="0">
              <a:off x="264514" y="1813412"/>
              <a:ext cx="1418701" cy="1328146"/>
              <a:chOff x="0" y="0"/>
              <a:chExt cx="596900" cy="558800"/>
            </a:xfrm>
          </p:grpSpPr>
          <p:sp>
            <p:nvSpPr>
              <p:cNvPr name="Freeform 7" id="7"/>
              <p:cNvSpPr/>
              <p:nvPr/>
            </p:nvSpPr>
            <p:spPr>
              <a:xfrm flipH="false" flipV="false" rot="0">
                <a:off x="0" y="0"/>
                <a:ext cx="596900" cy="558800"/>
              </a:xfrm>
              <a:custGeom>
                <a:avLst/>
                <a:gdLst/>
                <a:ahLst/>
                <a:cxnLst/>
                <a:rect r="r" b="b" t="t" l="l"/>
                <a:pathLst>
                  <a:path h="558800" w="596900">
                    <a:moveTo>
                      <a:pt x="596900" y="0"/>
                    </a:moveTo>
                    <a:lnTo>
                      <a:pt x="596900" y="304800"/>
                    </a:lnTo>
                    <a:lnTo>
                      <a:pt x="330200" y="558800"/>
                    </a:lnTo>
                    <a:lnTo>
                      <a:pt x="0" y="558800"/>
                    </a:lnTo>
                    <a:lnTo>
                      <a:pt x="0" y="248920"/>
                    </a:lnTo>
                    <a:lnTo>
                      <a:pt x="262890" y="0"/>
                    </a:lnTo>
                    <a:lnTo>
                      <a:pt x="596900" y="0"/>
                    </a:lnTo>
                    <a:close/>
                  </a:path>
                </a:pathLst>
              </a:custGeom>
              <a:solidFill>
                <a:srgbClr val="F5F6F0"/>
              </a:solidFill>
              <a:ln w="28575" cap="sq">
                <a:solidFill>
                  <a:srgbClr val="000000"/>
                </a:solidFill>
                <a:prstDash val="solid"/>
                <a:miter/>
              </a:ln>
            </p:spPr>
          </p:sp>
          <p:sp>
            <p:nvSpPr>
              <p:cNvPr name="TextBox 8" id="8"/>
              <p:cNvSpPr txBox="true"/>
              <p:nvPr/>
            </p:nvSpPr>
            <p:spPr>
              <a:xfrm>
                <a:off x="101600" y="161925"/>
                <a:ext cx="393700" cy="264795"/>
              </a:xfrm>
              <a:prstGeom prst="rect">
                <a:avLst/>
              </a:prstGeom>
            </p:spPr>
            <p:txBody>
              <a:bodyPr anchor="ctr" rtlCol="false" tIns="50800" lIns="50800" bIns="50800" rIns="50800"/>
              <a:lstStyle/>
              <a:p>
                <a:pPr algn="ctr" marL="0" indent="0" lvl="0">
                  <a:lnSpc>
                    <a:spcPts val="2640"/>
                  </a:lnSpc>
                  <a:spcBef>
                    <a:spcPct val="0"/>
                  </a:spcBef>
                </a:pPr>
              </a:p>
            </p:txBody>
          </p:sp>
        </p:grpSp>
      </p:grpSp>
      <p:grpSp>
        <p:nvGrpSpPr>
          <p:cNvPr name="Group 9" id="9"/>
          <p:cNvGrpSpPr/>
          <p:nvPr/>
        </p:nvGrpSpPr>
        <p:grpSpPr>
          <a:xfrm rot="0">
            <a:off x="15716250" y="-1543050"/>
            <a:ext cx="3086100" cy="3086100"/>
            <a:chOff x="0" y="0"/>
            <a:chExt cx="558800" cy="558800"/>
          </a:xfrm>
        </p:grpSpPr>
        <p:sp>
          <p:nvSpPr>
            <p:cNvPr name="Freeform 10" id="10"/>
            <p:cNvSpPr/>
            <p:nvPr/>
          </p:nvSpPr>
          <p:spPr>
            <a:xfrm flipH="false" flipV="false" rot="0">
              <a:off x="0" y="0"/>
              <a:ext cx="558800" cy="558800"/>
            </a:xfrm>
            <a:custGeom>
              <a:avLst/>
              <a:gdLst/>
              <a:ahLst/>
              <a:cxnLst/>
              <a:rect r="r" b="b" t="t" l="l"/>
              <a:pathLst>
                <a:path h="558800" w="558800">
                  <a:moveTo>
                    <a:pt x="33042" y="234291"/>
                  </a:moveTo>
                  <a:cubicBezTo>
                    <a:pt x="49299" y="253840"/>
                    <a:pt x="49332" y="305706"/>
                    <a:pt x="33167" y="325331"/>
                  </a:cubicBezTo>
                  <a:cubicBezTo>
                    <a:pt x="12843" y="350003"/>
                    <a:pt x="669" y="381568"/>
                    <a:pt x="669" y="415884"/>
                  </a:cubicBezTo>
                  <a:cubicBezTo>
                    <a:pt x="669" y="495135"/>
                    <a:pt x="64865" y="558800"/>
                    <a:pt x="143251" y="558800"/>
                  </a:cubicBezTo>
                  <a:cubicBezTo>
                    <a:pt x="177745" y="558800"/>
                    <a:pt x="209318" y="546669"/>
                    <a:pt x="233976" y="526404"/>
                  </a:cubicBezTo>
                  <a:cubicBezTo>
                    <a:pt x="253647" y="510238"/>
                    <a:pt x="305827" y="510235"/>
                    <a:pt x="325498" y="526401"/>
                  </a:cubicBezTo>
                  <a:cubicBezTo>
                    <a:pt x="350157" y="546668"/>
                    <a:pt x="381730" y="558800"/>
                    <a:pt x="416232" y="558800"/>
                  </a:cubicBezTo>
                  <a:cubicBezTo>
                    <a:pt x="494618" y="558800"/>
                    <a:pt x="558800" y="495135"/>
                    <a:pt x="558800" y="415884"/>
                  </a:cubicBezTo>
                  <a:cubicBezTo>
                    <a:pt x="558800" y="381312"/>
                    <a:pt x="546247" y="349534"/>
                    <a:pt x="525581" y="324782"/>
                  </a:cubicBezTo>
                  <a:cubicBezTo>
                    <a:pt x="509342" y="305335"/>
                    <a:pt x="509342" y="254131"/>
                    <a:pt x="525556" y="234663"/>
                  </a:cubicBezTo>
                  <a:cubicBezTo>
                    <a:pt x="546238" y="209831"/>
                    <a:pt x="558800" y="177872"/>
                    <a:pt x="558800" y="142916"/>
                  </a:cubicBezTo>
                  <a:cubicBezTo>
                    <a:pt x="558800" y="64349"/>
                    <a:pt x="494618" y="0"/>
                    <a:pt x="416232" y="0"/>
                  </a:cubicBezTo>
                  <a:cubicBezTo>
                    <a:pt x="382027" y="0"/>
                    <a:pt x="350824" y="11865"/>
                    <a:pt x="326295" y="31724"/>
                  </a:cubicBezTo>
                  <a:cubicBezTo>
                    <a:pt x="306327" y="47891"/>
                    <a:pt x="252153" y="47709"/>
                    <a:pt x="232185" y="31544"/>
                  </a:cubicBezTo>
                  <a:cubicBezTo>
                    <a:pt x="207787" y="11793"/>
                    <a:pt x="176670" y="0"/>
                    <a:pt x="142568" y="0"/>
                  </a:cubicBezTo>
                  <a:cubicBezTo>
                    <a:pt x="64181" y="0"/>
                    <a:pt x="0" y="64349"/>
                    <a:pt x="0" y="142916"/>
                  </a:cubicBezTo>
                  <a:cubicBezTo>
                    <a:pt x="0" y="177697"/>
                    <a:pt x="12437" y="209512"/>
                    <a:pt x="33042" y="234291"/>
                  </a:cubicBezTo>
                  <a:close/>
                </a:path>
              </a:pathLst>
            </a:custGeom>
            <a:solidFill>
              <a:srgbClr val="F5F6F0"/>
            </a:solidFill>
            <a:ln w="28575" cap="sq">
              <a:solidFill>
                <a:srgbClr val="56D363"/>
              </a:solidFill>
              <a:prstDash val="solid"/>
              <a:miter/>
            </a:ln>
          </p:spPr>
        </p:sp>
        <p:sp>
          <p:nvSpPr>
            <p:cNvPr name="TextBox 11" id="11"/>
            <p:cNvSpPr txBox="true"/>
            <p:nvPr/>
          </p:nvSpPr>
          <p:spPr>
            <a:xfrm>
              <a:off x="44450" y="73025"/>
              <a:ext cx="469900" cy="441325"/>
            </a:xfrm>
            <a:prstGeom prst="rect">
              <a:avLst/>
            </a:prstGeom>
          </p:spPr>
          <p:txBody>
            <a:bodyPr anchor="ctr" rtlCol="false" tIns="50800" lIns="50800" bIns="50800" rIns="50800"/>
            <a:lstStyle/>
            <a:p>
              <a:pPr algn="ctr" marL="0" indent="0" lvl="0">
                <a:lnSpc>
                  <a:spcPts val="2640"/>
                </a:lnSpc>
                <a:spcBef>
                  <a:spcPct val="0"/>
                </a:spcBef>
              </a:pPr>
            </a:p>
          </p:txBody>
        </p:sp>
      </p:grpSp>
      <p:sp>
        <p:nvSpPr>
          <p:cNvPr name="Freeform 12" id="12"/>
          <p:cNvSpPr/>
          <p:nvPr/>
        </p:nvSpPr>
        <p:spPr>
          <a:xfrm flipH="false" flipV="false" rot="0">
            <a:off x="1028700" y="0"/>
            <a:ext cx="16401538" cy="10287000"/>
          </a:xfrm>
          <a:custGeom>
            <a:avLst/>
            <a:gdLst/>
            <a:ahLst/>
            <a:cxnLst/>
            <a:rect r="r" b="b" t="t" l="l"/>
            <a:pathLst>
              <a:path h="10287000" w="16401538">
                <a:moveTo>
                  <a:pt x="0" y="0"/>
                </a:moveTo>
                <a:lnTo>
                  <a:pt x="16401538" y="0"/>
                </a:lnTo>
                <a:lnTo>
                  <a:pt x="16401538" y="10287000"/>
                </a:lnTo>
                <a:lnTo>
                  <a:pt x="0" y="10287000"/>
                </a:lnTo>
                <a:lnTo>
                  <a:pt x="0" y="0"/>
                </a:lnTo>
                <a:close/>
              </a:path>
            </a:pathLst>
          </a:custGeom>
          <a:blipFill>
            <a:blip r:embed="rId3"/>
            <a:stretch>
              <a:fillRect l="0" t="0" r="-552" b="0"/>
            </a:stretch>
          </a:blipFill>
        </p:spPr>
      </p:sp>
    </p:spTree>
  </p:cSld>
  <p:clrMapOvr>
    <a:masterClrMapping/>
  </p:clrMapOvr>
</p:sld>
</file>

<file path=ppt/slides/slide18.xml><?xml version="1.0" encoding="utf-8"?>
<p:sld xmlns:p="http://schemas.openxmlformats.org/presentationml/2006/main" xmlns:a="http://schemas.openxmlformats.org/drawingml/2006/main">
  <p:cSld>
    <p:bg>
      <p:bgPr>
        <a:solidFill>
          <a:srgbClr val="F5F6F0"/>
        </a:solidFill>
      </p:bgPr>
    </p:bg>
    <p:spTree>
      <p:nvGrpSpPr>
        <p:cNvPr id="1" name=""/>
        <p:cNvGrpSpPr/>
        <p:nvPr/>
      </p:nvGrpSpPr>
      <p:grpSpPr>
        <a:xfrm>
          <a:off x="0" y="0"/>
          <a:ext cx="0" cy="0"/>
          <a:chOff x="0" y="0"/>
          <a:chExt cx="0" cy="0"/>
        </a:xfrm>
      </p:grpSpPr>
      <p:sp>
        <p:nvSpPr>
          <p:cNvPr name="TextBox 2" id="2"/>
          <p:cNvSpPr txBox="true"/>
          <p:nvPr/>
        </p:nvSpPr>
        <p:spPr>
          <a:xfrm rot="0">
            <a:off x="1553877" y="1484945"/>
            <a:ext cx="10128823" cy="857885"/>
          </a:xfrm>
          <a:prstGeom prst="rect">
            <a:avLst/>
          </a:prstGeom>
        </p:spPr>
        <p:txBody>
          <a:bodyPr anchor="t" rtlCol="false" tIns="0" lIns="0" bIns="0" rIns="0">
            <a:spAutoFit/>
          </a:bodyPr>
          <a:lstStyle/>
          <a:p>
            <a:pPr algn="l" marL="0" indent="0" lvl="0">
              <a:lnSpc>
                <a:spcPts val="6399"/>
              </a:lnSpc>
              <a:spcBef>
                <a:spcPct val="0"/>
              </a:spcBef>
            </a:pPr>
            <a:r>
              <a:rPr lang="en-US" b="true" sz="6399">
                <a:solidFill>
                  <a:srgbClr val="000000"/>
                </a:solidFill>
                <a:latin typeface="Nourd Semi-Bold"/>
                <a:ea typeface="Nourd Semi-Bold"/>
                <a:cs typeface="Nourd Semi-Bold"/>
                <a:sym typeface="Nourd Semi-Bold"/>
              </a:rPr>
              <a:t>Testing</a:t>
            </a:r>
          </a:p>
        </p:txBody>
      </p:sp>
      <p:grpSp>
        <p:nvGrpSpPr>
          <p:cNvPr name="Group 3" id="3"/>
          <p:cNvGrpSpPr/>
          <p:nvPr/>
        </p:nvGrpSpPr>
        <p:grpSpPr>
          <a:xfrm rot="0">
            <a:off x="6618288" y="2660907"/>
            <a:ext cx="6795999" cy="3010791"/>
            <a:chOff x="0" y="0"/>
            <a:chExt cx="1789893" cy="792966"/>
          </a:xfrm>
        </p:grpSpPr>
        <p:sp>
          <p:nvSpPr>
            <p:cNvPr name="Freeform 4" id="4"/>
            <p:cNvSpPr/>
            <p:nvPr/>
          </p:nvSpPr>
          <p:spPr>
            <a:xfrm flipH="false" flipV="false" rot="0">
              <a:off x="0" y="0"/>
              <a:ext cx="1789893" cy="792966"/>
            </a:xfrm>
            <a:custGeom>
              <a:avLst/>
              <a:gdLst/>
              <a:ahLst/>
              <a:cxnLst/>
              <a:rect r="r" b="b" t="t" l="l"/>
              <a:pathLst>
                <a:path h="792966" w="1789893">
                  <a:moveTo>
                    <a:pt x="28480" y="0"/>
                  </a:moveTo>
                  <a:lnTo>
                    <a:pt x="1761413" y="0"/>
                  </a:lnTo>
                  <a:cubicBezTo>
                    <a:pt x="1777142" y="0"/>
                    <a:pt x="1789893" y="12751"/>
                    <a:pt x="1789893" y="28480"/>
                  </a:cubicBezTo>
                  <a:lnTo>
                    <a:pt x="1789893" y="764486"/>
                  </a:lnTo>
                  <a:cubicBezTo>
                    <a:pt x="1789893" y="772039"/>
                    <a:pt x="1786892" y="779283"/>
                    <a:pt x="1781551" y="784624"/>
                  </a:cubicBezTo>
                  <a:cubicBezTo>
                    <a:pt x="1776210" y="789965"/>
                    <a:pt x="1768966" y="792966"/>
                    <a:pt x="1761413" y="792966"/>
                  </a:cubicBezTo>
                  <a:lnTo>
                    <a:pt x="28480" y="792966"/>
                  </a:lnTo>
                  <a:cubicBezTo>
                    <a:pt x="20926" y="792966"/>
                    <a:pt x="13682" y="789965"/>
                    <a:pt x="8342" y="784624"/>
                  </a:cubicBezTo>
                  <a:cubicBezTo>
                    <a:pt x="3001" y="779283"/>
                    <a:pt x="0" y="772039"/>
                    <a:pt x="0" y="764486"/>
                  </a:cubicBezTo>
                  <a:lnTo>
                    <a:pt x="0" y="28480"/>
                  </a:lnTo>
                  <a:cubicBezTo>
                    <a:pt x="0" y="20926"/>
                    <a:pt x="3001" y="13682"/>
                    <a:pt x="8342" y="8342"/>
                  </a:cubicBezTo>
                  <a:cubicBezTo>
                    <a:pt x="13682" y="3001"/>
                    <a:pt x="20926" y="0"/>
                    <a:pt x="28480" y="0"/>
                  </a:cubicBezTo>
                  <a:close/>
                </a:path>
              </a:pathLst>
            </a:custGeom>
            <a:solidFill>
              <a:srgbClr val="FFFFFF"/>
            </a:solidFill>
            <a:ln cap="rnd">
              <a:noFill/>
              <a:prstDash val="solid"/>
              <a:round/>
            </a:ln>
          </p:spPr>
        </p:sp>
        <p:sp>
          <p:nvSpPr>
            <p:cNvPr name="TextBox 5" id="5"/>
            <p:cNvSpPr txBox="true"/>
            <p:nvPr/>
          </p:nvSpPr>
          <p:spPr>
            <a:xfrm>
              <a:off x="0" y="28575"/>
              <a:ext cx="1789893" cy="764391"/>
            </a:xfrm>
            <a:prstGeom prst="rect">
              <a:avLst/>
            </a:prstGeom>
          </p:spPr>
          <p:txBody>
            <a:bodyPr anchor="ctr" rtlCol="false" tIns="50800" lIns="50800" bIns="50800" rIns="50800"/>
            <a:lstStyle/>
            <a:p>
              <a:pPr algn="ctr" marL="0" indent="0" lvl="0">
                <a:lnSpc>
                  <a:spcPts val="2640"/>
                </a:lnSpc>
                <a:spcBef>
                  <a:spcPct val="0"/>
                </a:spcBef>
              </a:pPr>
            </a:p>
          </p:txBody>
        </p:sp>
      </p:grpSp>
      <p:grpSp>
        <p:nvGrpSpPr>
          <p:cNvPr name="Group 6" id="6"/>
          <p:cNvGrpSpPr/>
          <p:nvPr/>
        </p:nvGrpSpPr>
        <p:grpSpPr>
          <a:xfrm rot="0">
            <a:off x="6618288" y="6007055"/>
            <a:ext cx="6795999" cy="3010791"/>
            <a:chOff x="0" y="0"/>
            <a:chExt cx="1789893" cy="792966"/>
          </a:xfrm>
        </p:grpSpPr>
        <p:sp>
          <p:nvSpPr>
            <p:cNvPr name="Freeform 7" id="7"/>
            <p:cNvSpPr/>
            <p:nvPr/>
          </p:nvSpPr>
          <p:spPr>
            <a:xfrm flipH="false" flipV="false" rot="0">
              <a:off x="0" y="0"/>
              <a:ext cx="1789893" cy="792966"/>
            </a:xfrm>
            <a:custGeom>
              <a:avLst/>
              <a:gdLst/>
              <a:ahLst/>
              <a:cxnLst/>
              <a:rect r="r" b="b" t="t" l="l"/>
              <a:pathLst>
                <a:path h="792966" w="1789893">
                  <a:moveTo>
                    <a:pt x="28480" y="0"/>
                  </a:moveTo>
                  <a:lnTo>
                    <a:pt x="1761413" y="0"/>
                  </a:lnTo>
                  <a:cubicBezTo>
                    <a:pt x="1777142" y="0"/>
                    <a:pt x="1789893" y="12751"/>
                    <a:pt x="1789893" y="28480"/>
                  </a:cubicBezTo>
                  <a:lnTo>
                    <a:pt x="1789893" y="764486"/>
                  </a:lnTo>
                  <a:cubicBezTo>
                    <a:pt x="1789893" y="772039"/>
                    <a:pt x="1786892" y="779283"/>
                    <a:pt x="1781551" y="784624"/>
                  </a:cubicBezTo>
                  <a:cubicBezTo>
                    <a:pt x="1776210" y="789965"/>
                    <a:pt x="1768966" y="792966"/>
                    <a:pt x="1761413" y="792966"/>
                  </a:cubicBezTo>
                  <a:lnTo>
                    <a:pt x="28480" y="792966"/>
                  </a:lnTo>
                  <a:cubicBezTo>
                    <a:pt x="20926" y="792966"/>
                    <a:pt x="13682" y="789965"/>
                    <a:pt x="8342" y="784624"/>
                  </a:cubicBezTo>
                  <a:cubicBezTo>
                    <a:pt x="3001" y="779283"/>
                    <a:pt x="0" y="772039"/>
                    <a:pt x="0" y="764486"/>
                  </a:cubicBezTo>
                  <a:lnTo>
                    <a:pt x="0" y="28480"/>
                  </a:lnTo>
                  <a:cubicBezTo>
                    <a:pt x="0" y="20926"/>
                    <a:pt x="3001" y="13682"/>
                    <a:pt x="8342" y="8342"/>
                  </a:cubicBezTo>
                  <a:cubicBezTo>
                    <a:pt x="13682" y="3001"/>
                    <a:pt x="20926" y="0"/>
                    <a:pt x="28480" y="0"/>
                  </a:cubicBezTo>
                  <a:close/>
                </a:path>
              </a:pathLst>
            </a:custGeom>
            <a:solidFill>
              <a:srgbClr val="FFFFFF"/>
            </a:solidFill>
            <a:ln cap="rnd">
              <a:noFill/>
              <a:prstDash val="solid"/>
              <a:round/>
            </a:ln>
          </p:spPr>
        </p:sp>
        <p:sp>
          <p:nvSpPr>
            <p:cNvPr name="TextBox 8" id="8"/>
            <p:cNvSpPr txBox="true"/>
            <p:nvPr/>
          </p:nvSpPr>
          <p:spPr>
            <a:xfrm>
              <a:off x="0" y="28575"/>
              <a:ext cx="1789893" cy="764391"/>
            </a:xfrm>
            <a:prstGeom prst="rect">
              <a:avLst/>
            </a:prstGeom>
          </p:spPr>
          <p:txBody>
            <a:bodyPr anchor="ctr" rtlCol="false" tIns="50800" lIns="50800" bIns="50800" rIns="50800"/>
            <a:lstStyle/>
            <a:p>
              <a:pPr algn="ctr" marL="0" indent="0" lvl="0">
                <a:lnSpc>
                  <a:spcPts val="2640"/>
                </a:lnSpc>
                <a:spcBef>
                  <a:spcPct val="0"/>
                </a:spcBef>
              </a:pPr>
            </a:p>
          </p:txBody>
        </p:sp>
      </p:grpSp>
      <p:sp>
        <p:nvSpPr>
          <p:cNvPr name="TextBox 9" id="9"/>
          <p:cNvSpPr txBox="true"/>
          <p:nvPr/>
        </p:nvSpPr>
        <p:spPr>
          <a:xfrm rot="0">
            <a:off x="7137399" y="4024977"/>
            <a:ext cx="5716374" cy="1359535"/>
          </a:xfrm>
          <a:prstGeom prst="rect">
            <a:avLst/>
          </a:prstGeom>
        </p:spPr>
        <p:txBody>
          <a:bodyPr anchor="t" rtlCol="false" tIns="0" lIns="0" bIns="0" rIns="0">
            <a:spAutoFit/>
          </a:bodyPr>
          <a:lstStyle/>
          <a:p>
            <a:pPr algn="l" marL="345441" indent="-172721" lvl="1">
              <a:lnSpc>
                <a:spcPts val="2240"/>
              </a:lnSpc>
              <a:spcBef>
                <a:spcPct val="0"/>
              </a:spcBef>
              <a:buFont typeface="Arial"/>
              <a:buChar char="•"/>
            </a:pPr>
            <a:r>
              <a:rPr lang="en-US" sz="1600" spc="-32">
                <a:solidFill>
                  <a:srgbClr val="5D5D5D"/>
                </a:solidFill>
                <a:latin typeface="Nourd"/>
                <a:ea typeface="Nourd"/>
                <a:cs typeface="Nourd"/>
                <a:sym typeface="Nourd"/>
              </a:rPr>
              <a:t>Un</a:t>
            </a:r>
            <a:r>
              <a:rPr lang="en-US" sz="1600" spc="-32" strike="noStrike" u="none">
                <a:solidFill>
                  <a:srgbClr val="5D5D5D"/>
                </a:solidFill>
                <a:latin typeface="Nourd"/>
                <a:ea typeface="Nourd"/>
                <a:cs typeface="Nourd"/>
                <a:sym typeface="Nourd"/>
              </a:rPr>
              <a:t>it and component checks: Jes</a:t>
            </a:r>
            <a:r>
              <a:rPr lang="en-US" sz="1600" spc="-32" strike="noStrike" u="none">
                <a:solidFill>
                  <a:srgbClr val="5D5D5D"/>
                </a:solidFill>
                <a:latin typeface="Nourd"/>
                <a:ea typeface="Nourd"/>
                <a:cs typeface="Nourd"/>
                <a:sym typeface="Nourd"/>
              </a:rPr>
              <a:t>t</a:t>
            </a:r>
          </a:p>
          <a:p>
            <a:pPr algn="l" marL="345441" indent="-172721" lvl="1">
              <a:lnSpc>
                <a:spcPts val="2240"/>
              </a:lnSpc>
              <a:spcBef>
                <a:spcPct val="0"/>
              </a:spcBef>
              <a:buFont typeface="Arial"/>
              <a:buChar char="•"/>
            </a:pPr>
            <a:r>
              <a:rPr lang="en-US" sz="1600" spc="-32" strike="noStrike" u="none">
                <a:solidFill>
                  <a:srgbClr val="5D5D5D"/>
                </a:solidFill>
                <a:latin typeface="Nourd"/>
                <a:ea typeface="Nourd"/>
                <a:cs typeface="Nourd"/>
                <a:sym typeface="Nourd"/>
              </a:rPr>
              <a:t>B</a:t>
            </a:r>
            <a:r>
              <a:rPr lang="en-US" sz="1600" spc="-32" strike="noStrike" u="none">
                <a:solidFill>
                  <a:srgbClr val="5D5D5D"/>
                </a:solidFill>
                <a:latin typeface="Nourd"/>
                <a:ea typeface="Nourd"/>
                <a:cs typeface="Nourd"/>
                <a:sym typeface="Nourd"/>
              </a:rPr>
              <a:t>ackend API ch</a:t>
            </a:r>
            <a:r>
              <a:rPr lang="en-US" sz="1600" spc="-32" strike="noStrike" u="none">
                <a:solidFill>
                  <a:srgbClr val="5D5D5D"/>
                </a:solidFill>
                <a:latin typeface="Nourd"/>
                <a:ea typeface="Nourd"/>
                <a:cs typeface="Nourd"/>
                <a:sym typeface="Nourd"/>
              </a:rPr>
              <a:t>e</a:t>
            </a:r>
            <a:r>
              <a:rPr lang="en-US" sz="1600" spc="-32" strike="noStrike" u="none">
                <a:solidFill>
                  <a:srgbClr val="5D5D5D"/>
                </a:solidFill>
                <a:latin typeface="Nourd"/>
                <a:ea typeface="Nourd"/>
                <a:cs typeface="Nourd"/>
                <a:sym typeface="Nourd"/>
              </a:rPr>
              <a:t>cks: J</a:t>
            </a:r>
            <a:r>
              <a:rPr lang="en-US" sz="1600" spc="-32" strike="noStrike" u="none">
                <a:solidFill>
                  <a:srgbClr val="5D5D5D"/>
                </a:solidFill>
                <a:latin typeface="Nourd"/>
                <a:ea typeface="Nourd"/>
                <a:cs typeface="Nourd"/>
                <a:sym typeface="Nourd"/>
              </a:rPr>
              <a:t>e</a:t>
            </a:r>
            <a:r>
              <a:rPr lang="en-US" sz="1600" spc="-32" strike="noStrike" u="none">
                <a:solidFill>
                  <a:srgbClr val="5D5D5D"/>
                </a:solidFill>
                <a:latin typeface="Nourd"/>
                <a:ea typeface="Nourd"/>
                <a:cs typeface="Nourd"/>
                <a:sym typeface="Nourd"/>
              </a:rPr>
              <a:t>st</a:t>
            </a:r>
            <a:r>
              <a:rPr lang="en-US" sz="1600" spc="-32" strike="noStrike" u="none">
                <a:solidFill>
                  <a:srgbClr val="5D5D5D"/>
                </a:solidFill>
                <a:latin typeface="Nourd"/>
                <a:ea typeface="Nourd"/>
                <a:cs typeface="Nourd"/>
                <a:sym typeface="Nourd"/>
              </a:rPr>
              <a:t> a</a:t>
            </a:r>
            <a:r>
              <a:rPr lang="en-US" sz="1600" spc="-32" strike="noStrike" u="none">
                <a:solidFill>
                  <a:srgbClr val="5D5D5D"/>
                </a:solidFill>
                <a:latin typeface="Nourd"/>
                <a:ea typeface="Nourd"/>
                <a:cs typeface="Nourd"/>
                <a:sym typeface="Nourd"/>
              </a:rPr>
              <a:t>n</a:t>
            </a:r>
            <a:r>
              <a:rPr lang="en-US" sz="1600" spc="-32" strike="noStrike" u="none">
                <a:solidFill>
                  <a:srgbClr val="5D5D5D"/>
                </a:solidFill>
                <a:latin typeface="Nourd"/>
                <a:ea typeface="Nourd"/>
                <a:cs typeface="Nourd"/>
                <a:sym typeface="Nourd"/>
              </a:rPr>
              <a:t>d Super</a:t>
            </a:r>
            <a:r>
              <a:rPr lang="en-US" sz="1600" spc="-32" strike="noStrike" u="none">
                <a:solidFill>
                  <a:srgbClr val="5D5D5D"/>
                </a:solidFill>
                <a:latin typeface="Nourd"/>
                <a:ea typeface="Nourd"/>
                <a:cs typeface="Nourd"/>
                <a:sym typeface="Nourd"/>
              </a:rPr>
              <a:t>tes</a:t>
            </a:r>
            <a:r>
              <a:rPr lang="en-US" sz="1600" spc="-32" strike="noStrike" u="none">
                <a:solidFill>
                  <a:srgbClr val="5D5D5D"/>
                </a:solidFill>
                <a:latin typeface="Nourd"/>
                <a:ea typeface="Nourd"/>
                <a:cs typeface="Nourd"/>
                <a:sym typeface="Nourd"/>
              </a:rPr>
              <a:t>t</a:t>
            </a:r>
          </a:p>
          <a:p>
            <a:pPr algn="l" marL="345441" indent="-172721" lvl="1">
              <a:lnSpc>
                <a:spcPts val="2240"/>
              </a:lnSpc>
              <a:spcBef>
                <a:spcPct val="0"/>
              </a:spcBef>
              <a:buFont typeface="Arial"/>
              <a:buChar char="•"/>
            </a:pPr>
            <a:r>
              <a:rPr lang="en-US" sz="1600" spc="-32" strike="noStrike" u="none">
                <a:solidFill>
                  <a:srgbClr val="5D5D5D"/>
                </a:solidFill>
                <a:latin typeface="Nourd"/>
                <a:ea typeface="Nourd"/>
                <a:cs typeface="Nourd"/>
                <a:sym typeface="Nourd"/>
              </a:rPr>
              <a:t>End-to-end</a:t>
            </a:r>
            <a:r>
              <a:rPr lang="en-US" sz="1600" spc="-32" strike="noStrike" u="none">
                <a:solidFill>
                  <a:srgbClr val="5D5D5D"/>
                </a:solidFill>
                <a:latin typeface="Nourd"/>
                <a:ea typeface="Nourd"/>
                <a:cs typeface="Nourd"/>
                <a:sym typeface="Nourd"/>
              </a:rPr>
              <a:t> </a:t>
            </a:r>
            <a:r>
              <a:rPr lang="en-US" sz="1600" spc="-32" strike="noStrike" u="none">
                <a:solidFill>
                  <a:srgbClr val="5D5D5D"/>
                </a:solidFill>
                <a:latin typeface="Nourd"/>
                <a:ea typeface="Nourd"/>
                <a:cs typeface="Nourd"/>
                <a:sym typeface="Nourd"/>
              </a:rPr>
              <a:t>r</a:t>
            </a:r>
            <a:r>
              <a:rPr lang="en-US" sz="1600" spc="-32" strike="noStrike" u="none">
                <a:solidFill>
                  <a:srgbClr val="5D5D5D"/>
                </a:solidFill>
                <a:latin typeface="Nourd"/>
                <a:ea typeface="Nourd"/>
                <a:cs typeface="Nourd"/>
                <a:sym typeface="Nourd"/>
              </a:rPr>
              <a:t>espons</a:t>
            </a:r>
            <a:r>
              <a:rPr lang="en-US" sz="1600" spc="-32" strike="noStrike" u="none">
                <a:solidFill>
                  <a:srgbClr val="5D5D5D"/>
                </a:solidFill>
                <a:latin typeface="Nourd"/>
                <a:ea typeface="Nourd"/>
                <a:cs typeface="Nourd"/>
                <a:sym typeface="Nourd"/>
              </a:rPr>
              <a:t>i</a:t>
            </a:r>
            <a:r>
              <a:rPr lang="en-US" sz="1600" spc="-32" strike="noStrike" u="none">
                <a:solidFill>
                  <a:srgbClr val="5D5D5D"/>
                </a:solidFill>
                <a:latin typeface="Nourd"/>
                <a:ea typeface="Nourd"/>
                <a:cs typeface="Nourd"/>
                <a:sym typeface="Nourd"/>
              </a:rPr>
              <a:t>v</a:t>
            </a:r>
            <a:r>
              <a:rPr lang="en-US" sz="1600" spc="-32" strike="noStrike" u="none">
                <a:solidFill>
                  <a:srgbClr val="5D5D5D"/>
                </a:solidFill>
                <a:latin typeface="Nourd"/>
                <a:ea typeface="Nourd"/>
                <a:cs typeface="Nourd"/>
                <a:sym typeface="Nourd"/>
              </a:rPr>
              <a:t>e</a:t>
            </a:r>
            <a:r>
              <a:rPr lang="en-US" sz="1600" spc="-32" strike="noStrike" u="none">
                <a:solidFill>
                  <a:srgbClr val="5D5D5D"/>
                </a:solidFill>
                <a:latin typeface="Nourd"/>
                <a:ea typeface="Nourd"/>
                <a:cs typeface="Nourd"/>
                <a:sym typeface="Nourd"/>
              </a:rPr>
              <a:t> </a:t>
            </a:r>
            <a:r>
              <a:rPr lang="en-US" sz="1600" spc="-32" strike="noStrike" u="none">
                <a:solidFill>
                  <a:srgbClr val="5D5D5D"/>
                </a:solidFill>
                <a:latin typeface="Nourd"/>
                <a:ea typeface="Nourd"/>
                <a:cs typeface="Nourd"/>
                <a:sym typeface="Nourd"/>
              </a:rPr>
              <a:t>c</a:t>
            </a:r>
            <a:r>
              <a:rPr lang="en-US" sz="1600" spc="-32" strike="noStrike" u="none">
                <a:solidFill>
                  <a:srgbClr val="5D5D5D"/>
                </a:solidFill>
                <a:latin typeface="Nourd"/>
                <a:ea typeface="Nourd"/>
                <a:cs typeface="Nourd"/>
                <a:sym typeface="Nourd"/>
              </a:rPr>
              <a:t>heck</a:t>
            </a:r>
            <a:r>
              <a:rPr lang="en-US" sz="1600" spc="-32" strike="noStrike" u="none">
                <a:solidFill>
                  <a:srgbClr val="5D5D5D"/>
                </a:solidFill>
                <a:latin typeface="Nourd"/>
                <a:ea typeface="Nourd"/>
                <a:cs typeface="Nourd"/>
                <a:sym typeface="Nourd"/>
              </a:rPr>
              <a:t>s</a:t>
            </a:r>
            <a:r>
              <a:rPr lang="en-US" sz="1600" spc="-32" strike="noStrike" u="none">
                <a:solidFill>
                  <a:srgbClr val="5D5D5D"/>
                </a:solidFill>
                <a:latin typeface="Nourd"/>
                <a:ea typeface="Nourd"/>
                <a:cs typeface="Nourd"/>
                <a:sym typeface="Nourd"/>
              </a:rPr>
              <a:t>:</a:t>
            </a:r>
            <a:r>
              <a:rPr lang="en-US" sz="1600" spc="-32" strike="noStrike" u="none">
                <a:solidFill>
                  <a:srgbClr val="5D5D5D"/>
                </a:solidFill>
                <a:latin typeface="Nourd"/>
                <a:ea typeface="Nourd"/>
                <a:cs typeface="Nourd"/>
                <a:sym typeface="Nourd"/>
              </a:rPr>
              <a:t> Cypress</a:t>
            </a:r>
          </a:p>
          <a:p>
            <a:pPr algn="l" marL="345441" indent="-172721" lvl="1">
              <a:lnSpc>
                <a:spcPts val="2240"/>
              </a:lnSpc>
              <a:spcBef>
                <a:spcPct val="0"/>
              </a:spcBef>
              <a:buFont typeface="Arial"/>
              <a:buChar char="•"/>
            </a:pPr>
            <a:r>
              <a:rPr lang="en-US" sz="1600" spc="-32" strike="noStrike" u="none">
                <a:solidFill>
                  <a:srgbClr val="5D5D5D"/>
                </a:solidFill>
                <a:latin typeface="Nourd"/>
                <a:ea typeface="Nourd"/>
                <a:cs typeface="Nourd"/>
                <a:sym typeface="Nourd"/>
              </a:rPr>
              <a:t>Syst</a:t>
            </a:r>
            <a:r>
              <a:rPr lang="en-US" sz="1600" spc="-32" strike="noStrike" u="none">
                <a:solidFill>
                  <a:srgbClr val="5D5D5D"/>
                </a:solidFill>
                <a:latin typeface="Nourd"/>
                <a:ea typeface="Nourd"/>
                <a:cs typeface="Nourd"/>
                <a:sym typeface="Nourd"/>
              </a:rPr>
              <a:t>e</a:t>
            </a:r>
            <a:r>
              <a:rPr lang="en-US" sz="1600" spc="-32" strike="noStrike" u="none">
                <a:solidFill>
                  <a:srgbClr val="5D5D5D"/>
                </a:solidFill>
                <a:latin typeface="Nourd"/>
                <a:ea typeface="Nourd"/>
                <a:cs typeface="Nourd"/>
                <a:sym typeface="Nourd"/>
              </a:rPr>
              <a:t>m</a:t>
            </a:r>
            <a:r>
              <a:rPr lang="en-US" sz="1600" spc="-32" strike="noStrike" u="none">
                <a:solidFill>
                  <a:srgbClr val="5D5D5D"/>
                </a:solidFill>
                <a:latin typeface="Nourd"/>
                <a:ea typeface="Nourd"/>
                <a:cs typeface="Nourd"/>
                <a:sym typeface="Nourd"/>
              </a:rPr>
              <a:t> integration and security testing</a:t>
            </a:r>
          </a:p>
          <a:p>
            <a:pPr algn="l" marL="0" indent="0" lvl="0">
              <a:lnSpc>
                <a:spcPts val="2240"/>
              </a:lnSpc>
              <a:spcBef>
                <a:spcPct val="0"/>
              </a:spcBef>
            </a:pPr>
          </a:p>
        </p:txBody>
      </p:sp>
      <p:sp>
        <p:nvSpPr>
          <p:cNvPr name="TextBox 10" id="10"/>
          <p:cNvSpPr txBox="true"/>
          <p:nvPr/>
        </p:nvSpPr>
        <p:spPr>
          <a:xfrm rot="0">
            <a:off x="7137399" y="7354420"/>
            <a:ext cx="5716374" cy="1635760"/>
          </a:xfrm>
          <a:prstGeom prst="rect">
            <a:avLst/>
          </a:prstGeom>
        </p:spPr>
        <p:txBody>
          <a:bodyPr anchor="t" rtlCol="false" tIns="0" lIns="0" bIns="0" rIns="0">
            <a:spAutoFit/>
          </a:bodyPr>
          <a:lstStyle/>
          <a:p>
            <a:pPr algn="l" marL="345441" indent="-172721" lvl="1">
              <a:lnSpc>
                <a:spcPts val="2240"/>
              </a:lnSpc>
              <a:spcBef>
                <a:spcPct val="0"/>
              </a:spcBef>
              <a:buFont typeface="Arial"/>
              <a:buChar char="•"/>
            </a:pPr>
            <a:r>
              <a:rPr lang="en-US" sz="1600" spc="-32">
                <a:solidFill>
                  <a:srgbClr val="5D5D5D"/>
                </a:solidFill>
                <a:latin typeface="Nourd"/>
                <a:ea typeface="Nourd"/>
                <a:cs typeface="Nourd"/>
                <a:sym typeface="Nourd"/>
              </a:rPr>
              <a:t>U</a:t>
            </a:r>
            <a:r>
              <a:rPr lang="en-US" sz="1600" spc="-32" strike="noStrike" u="none">
                <a:solidFill>
                  <a:srgbClr val="5D5D5D"/>
                </a:solidFill>
                <a:latin typeface="Nourd"/>
                <a:ea typeface="Nourd"/>
                <a:cs typeface="Nourd"/>
                <a:sym typeface="Nourd"/>
              </a:rPr>
              <a:t>ser accep</a:t>
            </a:r>
            <a:r>
              <a:rPr lang="en-US" sz="1600" spc="-32" strike="noStrike" u="none">
                <a:solidFill>
                  <a:srgbClr val="5D5D5D"/>
                </a:solidFill>
                <a:latin typeface="Nourd"/>
                <a:ea typeface="Nourd"/>
                <a:cs typeface="Nourd"/>
                <a:sym typeface="Nourd"/>
              </a:rPr>
              <a:t>t</a:t>
            </a:r>
            <a:r>
              <a:rPr lang="en-US" sz="1600" spc="-32" strike="noStrike" u="none">
                <a:solidFill>
                  <a:srgbClr val="5D5D5D"/>
                </a:solidFill>
                <a:latin typeface="Nourd"/>
                <a:ea typeface="Nourd"/>
                <a:cs typeface="Nourd"/>
                <a:sym typeface="Nourd"/>
              </a:rPr>
              <a:t>ance with in</a:t>
            </a:r>
            <a:r>
              <a:rPr lang="en-US" sz="1600" spc="-32" strike="noStrike" u="none">
                <a:solidFill>
                  <a:srgbClr val="5D5D5D"/>
                </a:solidFill>
                <a:latin typeface="Nourd"/>
                <a:ea typeface="Nourd"/>
                <a:cs typeface="Nourd"/>
                <a:sym typeface="Nourd"/>
              </a:rPr>
              <a:t>te</a:t>
            </a:r>
            <a:r>
              <a:rPr lang="en-US" sz="1600" spc="-32" strike="noStrike" u="none">
                <a:solidFill>
                  <a:srgbClr val="5D5D5D"/>
                </a:solidFill>
                <a:latin typeface="Nourd"/>
                <a:ea typeface="Nourd"/>
                <a:cs typeface="Nourd"/>
                <a:sym typeface="Nourd"/>
              </a:rPr>
              <a:t>nd</a:t>
            </a:r>
            <a:r>
              <a:rPr lang="en-US" sz="1600" spc="-32" strike="noStrike" u="none">
                <a:solidFill>
                  <a:srgbClr val="5D5D5D"/>
                </a:solidFill>
                <a:latin typeface="Nourd"/>
                <a:ea typeface="Nourd"/>
                <a:cs typeface="Nourd"/>
                <a:sym typeface="Nourd"/>
              </a:rPr>
              <a:t>e</a:t>
            </a:r>
            <a:r>
              <a:rPr lang="en-US" sz="1600" spc="-32" strike="noStrike" u="none">
                <a:solidFill>
                  <a:srgbClr val="5D5D5D"/>
                </a:solidFill>
                <a:latin typeface="Nourd"/>
                <a:ea typeface="Nourd"/>
                <a:cs typeface="Nourd"/>
                <a:sym typeface="Nourd"/>
              </a:rPr>
              <a:t>d</a:t>
            </a:r>
            <a:r>
              <a:rPr lang="en-US" sz="1600" spc="-32" strike="noStrike" u="none">
                <a:solidFill>
                  <a:srgbClr val="5D5D5D"/>
                </a:solidFill>
                <a:latin typeface="Nourd"/>
                <a:ea typeface="Nourd"/>
                <a:cs typeface="Nourd"/>
                <a:sym typeface="Nourd"/>
              </a:rPr>
              <a:t> </a:t>
            </a:r>
            <a:r>
              <a:rPr lang="en-US" sz="1600" spc="-32" strike="noStrike" u="none">
                <a:solidFill>
                  <a:srgbClr val="5D5D5D"/>
                </a:solidFill>
                <a:latin typeface="Nourd"/>
                <a:ea typeface="Nourd"/>
                <a:cs typeface="Nourd"/>
                <a:sym typeface="Nourd"/>
              </a:rPr>
              <a:t>ro</a:t>
            </a:r>
            <a:r>
              <a:rPr lang="en-US" sz="1600" spc="-32" strike="noStrike" u="none">
                <a:solidFill>
                  <a:srgbClr val="5D5D5D"/>
                </a:solidFill>
                <a:latin typeface="Nourd"/>
                <a:ea typeface="Nourd"/>
                <a:cs typeface="Nourd"/>
                <a:sym typeface="Nourd"/>
              </a:rPr>
              <a:t>l</a:t>
            </a:r>
            <a:r>
              <a:rPr lang="en-US" sz="1600" spc="-32" strike="noStrike" u="none">
                <a:solidFill>
                  <a:srgbClr val="5D5D5D"/>
                </a:solidFill>
                <a:latin typeface="Nourd"/>
                <a:ea typeface="Nourd"/>
                <a:cs typeface="Nourd"/>
                <a:sym typeface="Nourd"/>
              </a:rPr>
              <a:t>es</a:t>
            </a:r>
          </a:p>
          <a:p>
            <a:pPr algn="l" marL="345441" indent="-172721" lvl="1">
              <a:lnSpc>
                <a:spcPts val="2240"/>
              </a:lnSpc>
              <a:spcBef>
                <a:spcPct val="0"/>
              </a:spcBef>
              <a:buFont typeface="Arial"/>
              <a:buChar char="•"/>
            </a:pPr>
            <a:r>
              <a:rPr lang="en-US" sz="1600" spc="-32" strike="noStrike" u="none">
                <a:solidFill>
                  <a:srgbClr val="5D5D5D"/>
                </a:solidFill>
                <a:latin typeface="Nourd"/>
                <a:ea typeface="Nourd"/>
                <a:cs typeface="Nourd"/>
                <a:sym typeface="Nourd"/>
              </a:rPr>
              <a:t>10-</a:t>
            </a:r>
            <a:r>
              <a:rPr lang="en-US" sz="1600" spc="-32" strike="noStrike" u="none">
                <a:solidFill>
                  <a:srgbClr val="5D5D5D"/>
                </a:solidFill>
                <a:latin typeface="Nourd"/>
                <a:ea typeface="Nourd"/>
                <a:cs typeface="Nourd"/>
                <a:sym typeface="Nourd"/>
              </a:rPr>
              <a:t>i</a:t>
            </a:r>
            <a:r>
              <a:rPr lang="en-US" sz="1600" spc="-32" strike="noStrike" u="none">
                <a:solidFill>
                  <a:srgbClr val="5D5D5D"/>
                </a:solidFill>
                <a:latin typeface="Nourd"/>
                <a:ea typeface="Nourd"/>
                <a:cs typeface="Nourd"/>
                <a:sym typeface="Nourd"/>
              </a:rPr>
              <a:t>tem Syste</a:t>
            </a:r>
            <a:r>
              <a:rPr lang="en-US" sz="1600" spc="-32" strike="noStrike" u="none">
                <a:solidFill>
                  <a:srgbClr val="5D5D5D"/>
                </a:solidFill>
                <a:latin typeface="Nourd"/>
                <a:ea typeface="Nourd"/>
                <a:cs typeface="Nourd"/>
                <a:sym typeface="Nourd"/>
              </a:rPr>
              <a:t>m </a:t>
            </a:r>
            <a:r>
              <a:rPr lang="en-US" sz="1600" spc="-32" strike="noStrike" u="none">
                <a:solidFill>
                  <a:srgbClr val="5D5D5D"/>
                </a:solidFill>
                <a:latin typeface="Nourd"/>
                <a:ea typeface="Nourd"/>
                <a:cs typeface="Nourd"/>
                <a:sym typeface="Nourd"/>
              </a:rPr>
              <a:t>Usab</a:t>
            </a:r>
            <a:r>
              <a:rPr lang="en-US" sz="1600" spc="-32" strike="noStrike" u="none">
                <a:solidFill>
                  <a:srgbClr val="5D5D5D"/>
                </a:solidFill>
                <a:latin typeface="Nourd"/>
                <a:ea typeface="Nourd"/>
                <a:cs typeface="Nourd"/>
                <a:sym typeface="Nourd"/>
              </a:rPr>
              <a:t>ility S</a:t>
            </a:r>
            <a:r>
              <a:rPr lang="en-US" sz="1600" spc="-32" strike="noStrike" u="none">
                <a:solidFill>
                  <a:srgbClr val="5D5D5D"/>
                </a:solidFill>
                <a:latin typeface="Nourd"/>
                <a:ea typeface="Nourd"/>
                <a:cs typeface="Nourd"/>
                <a:sym typeface="Nourd"/>
              </a:rPr>
              <a:t>c</a:t>
            </a:r>
            <a:r>
              <a:rPr lang="en-US" sz="1600" spc="-32" strike="noStrike" u="none">
                <a:solidFill>
                  <a:srgbClr val="5D5D5D"/>
                </a:solidFill>
                <a:latin typeface="Nourd"/>
                <a:ea typeface="Nourd"/>
                <a:cs typeface="Nourd"/>
                <a:sym typeface="Nourd"/>
              </a:rPr>
              <a:t>ale</a:t>
            </a:r>
          </a:p>
          <a:p>
            <a:pPr algn="l" marL="345441" indent="-172721" lvl="1">
              <a:lnSpc>
                <a:spcPts val="2240"/>
              </a:lnSpc>
              <a:spcBef>
                <a:spcPct val="0"/>
              </a:spcBef>
              <a:buFont typeface="Arial"/>
              <a:buChar char="•"/>
            </a:pPr>
            <a:r>
              <a:rPr lang="en-US" sz="1600" spc="-32" strike="noStrike" u="none">
                <a:solidFill>
                  <a:srgbClr val="5D5D5D"/>
                </a:solidFill>
                <a:latin typeface="Nourd"/>
                <a:ea typeface="Nourd"/>
                <a:cs typeface="Nourd"/>
                <a:sym typeface="Nourd"/>
              </a:rPr>
              <a:t>P</a:t>
            </a:r>
            <a:r>
              <a:rPr lang="en-US" sz="1600" spc="-32" strike="noStrike" u="none">
                <a:solidFill>
                  <a:srgbClr val="5D5D5D"/>
                </a:solidFill>
                <a:latin typeface="Nourd"/>
                <a:ea typeface="Nourd"/>
                <a:cs typeface="Nourd"/>
                <a:sym typeface="Nourd"/>
              </a:rPr>
              <a:t>r</a:t>
            </a:r>
            <a:r>
              <a:rPr lang="en-US" sz="1600" spc="-32" strike="noStrike" u="none">
                <a:solidFill>
                  <a:srgbClr val="5D5D5D"/>
                </a:solidFill>
                <a:latin typeface="Nourd"/>
                <a:ea typeface="Nourd"/>
                <a:cs typeface="Nourd"/>
                <a:sym typeface="Nourd"/>
              </a:rPr>
              <a:t>o</a:t>
            </a:r>
            <a:r>
              <a:rPr lang="en-US" sz="1600" spc="-32" strike="noStrike" u="none">
                <a:solidFill>
                  <a:srgbClr val="5D5D5D"/>
                </a:solidFill>
                <a:latin typeface="Nourd"/>
                <a:ea typeface="Nourd"/>
                <a:cs typeface="Nourd"/>
                <a:sym typeface="Nourd"/>
              </a:rPr>
              <a:t>p</a:t>
            </a:r>
            <a:r>
              <a:rPr lang="en-US" sz="1600" spc="-32" strike="noStrike" u="none">
                <a:solidFill>
                  <a:srgbClr val="5D5D5D"/>
                </a:solidFill>
                <a:latin typeface="Nourd"/>
                <a:ea typeface="Nourd"/>
                <a:cs typeface="Nourd"/>
                <a:sym typeface="Nourd"/>
              </a:rPr>
              <a:t>ose</a:t>
            </a:r>
            <a:r>
              <a:rPr lang="en-US" sz="1600" spc="-32" strike="noStrike" u="none">
                <a:solidFill>
                  <a:srgbClr val="5D5D5D"/>
                </a:solidFill>
                <a:latin typeface="Nourd"/>
                <a:ea typeface="Nourd"/>
                <a:cs typeface="Nourd"/>
                <a:sym typeface="Nourd"/>
              </a:rPr>
              <a:t>d</a:t>
            </a:r>
            <a:r>
              <a:rPr lang="en-US" sz="1600" spc="-32" strike="noStrike" u="none">
                <a:solidFill>
                  <a:srgbClr val="5D5D5D"/>
                </a:solidFill>
                <a:latin typeface="Nourd"/>
                <a:ea typeface="Nourd"/>
                <a:cs typeface="Nourd"/>
                <a:sym typeface="Nourd"/>
              </a:rPr>
              <a:t> </a:t>
            </a:r>
            <a:r>
              <a:rPr lang="en-US" sz="1600" spc="-32" strike="noStrike" u="none">
                <a:solidFill>
                  <a:srgbClr val="5D5D5D"/>
                </a:solidFill>
                <a:latin typeface="Nourd"/>
                <a:ea typeface="Nourd"/>
                <a:cs typeface="Nourd"/>
                <a:sym typeface="Nourd"/>
              </a:rPr>
              <a:t>mean score targ</a:t>
            </a:r>
            <a:r>
              <a:rPr lang="en-US" sz="1600" spc="-32" strike="noStrike" u="none">
                <a:solidFill>
                  <a:srgbClr val="5D5D5D"/>
                </a:solidFill>
                <a:latin typeface="Nourd"/>
                <a:ea typeface="Nourd"/>
                <a:cs typeface="Nourd"/>
                <a:sym typeface="Nourd"/>
              </a:rPr>
              <a:t>e</a:t>
            </a:r>
            <a:r>
              <a:rPr lang="en-US" sz="1600" spc="-32" strike="noStrike" u="none">
                <a:solidFill>
                  <a:srgbClr val="5D5D5D"/>
                </a:solidFill>
                <a:latin typeface="Nourd"/>
                <a:ea typeface="Nourd"/>
                <a:cs typeface="Nourd"/>
                <a:sym typeface="Nourd"/>
              </a:rPr>
              <a:t>t:</a:t>
            </a:r>
            <a:r>
              <a:rPr lang="en-US" sz="1600" spc="-32" strike="noStrike" u="none">
                <a:solidFill>
                  <a:srgbClr val="5D5D5D"/>
                </a:solidFill>
                <a:latin typeface="Nourd"/>
                <a:ea typeface="Nourd"/>
                <a:cs typeface="Nourd"/>
                <a:sym typeface="Nourd"/>
              </a:rPr>
              <a:t> 68 or higher</a:t>
            </a:r>
          </a:p>
          <a:p>
            <a:pPr algn="l" marL="345441" indent="-172721" lvl="1">
              <a:lnSpc>
                <a:spcPts val="2240"/>
              </a:lnSpc>
              <a:spcBef>
                <a:spcPct val="0"/>
              </a:spcBef>
              <a:buFont typeface="Arial"/>
              <a:buChar char="•"/>
            </a:pPr>
            <a:r>
              <a:rPr lang="en-US" sz="1600" spc="-32" strike="noStrike" u="none">
                <a:solidFill>
                  <a:srgbClr val="5D5D5D"/>
                </a:solidFill>
                <a:latin typeface="Nourd"/>
                <a:ea typeface="Nourd"/>
                <a:cs typeface="Nourd"/>
                <a:sym typeface="Nourd"/>
              </a:rPr>
              <a:t>Proposed exit: z</a:t>
            </a:r>
            <a:r>
              <a:rPr lang="en-US" sz="1600" spc="-32" strike="noStrike" u="none">
                <a:solidFill>
                  <a:srgbClr val="5D5D5D"/>
                </a:solidFill>
                <a:latin typeface="Nourd"/>
                <a:ea typeface="Nourd"/>
                <a:cs typeface="Nourd"/>
                <a:sym typeface="Nourd"/>
              </a:rPr>
              <a:t>e</a:t>
            </a:r>
            <a:r>
              <a:rPr lang="en-US" sz="1600" spc="-32" strike="noStrike" u="none">
                <a:solidFill>
                  <a:srgbClr val="5D5D5D"/>
                </a:solidFill>
                <a:latin typeface="Nourd"/>
                <a:ea typeface="Nourd"/>
                <a:cs typeface="Nourd"/>
                <a:sym typeface="Nourd"/>
              </a:rPr>
              <a:t>ro</a:t>
            </a:r>
            <a:r>
              <a:rPr lang="en-US" sz="1600" spc="-32" strike="noStrike" u="none">
                <a:solidFill>
                  <a:srgbClr val="5D5D5D"/>
                </a:solidFill>
                <a:latin typeface="Nourd"/>
                <a:ea typeface="Nourd"/>
                <a:cs typeface="Nourd"/>
                <a:sym typeface="Nourd"/>
              </a:rPr>
              <a:t> unhandled crashes or render failures on tested views</a:t>
            </a:r>
          </a:p>
          <a:p>
            <a:pPr algn="l" marL="0" indent="0" lvl="0">
              <a:lnSpc>
                <a:spcPts val="2240"/>
              </a:lnSpc>
              <a:spcBef>
                <a:spcPct val="0"/>
              </a:spcBef>
            </a:pPr>
          </a:p>
        </p:txBody>
      </p:sp>
      <p:sp>
        <p:nvSpPr>
          <p:cNvPr name="TextBox 11" id="11"/>
          <p:cNvSpPr txBox="true"/>
          <p:nvPr/>
        </p:nvSpPr>
        <p:spPr>
          <a:xfrm rot="0">
            <a:off x="7137399" y="3352791"/>
            <a:ext cx="5474361" cy="407035"/>
          </a:xfrm>
          <a:prstGeom prst="rect">
            <a:avLst/>
          </a:prstGeom>
        </p:spPr>
        <p:txBody>
          <a:bodyPr anchor="t" rtlCol="false" tIns="0" lIns="0" bIns="0" rIns="0">
            <a:spAutoFit/>
          </a:bodyPr>
          <a:lstStyle/>
          <a:p>
            <a:pPr algn="l" marL="0" indent="0" lvl="0">
              <a:lnSpc>
                <a:spcPts val="3079"/>
              </a:lnSpc>
              <a:spcBef>
                <a:spcPct val="0"/>
              </a:spcBef>
            </a:pPr>
            <a:r>
              <a:rPr lang="en-US" b="true" sz="2799">
                <a:solidFill>
                  <a:srgbClr val="000000"/>
                </a:solidFill>
                <a:latin typeface="Nourd Semi-Bold"/>
                <a:ea typeface="Nourd Semi-Bold"/>
                <a:cs typeface="Nourd Semi-Bold"/>
                <a:sym typeface="Nourd Semi-Bold"/>
              </a:rPr>
              <a:t>Alpha Testing</a:t>
            </a:r>
          </a:p>
        </p:txBody>
      </p:sp>
      <p:sp>
        <p:nvSpPr>
          <p:cNvPr name="TextBox 12" id="12"/>
          <p:cNvSpPr txBox="true"/>
          <p:nvPr/>
        </p:nvSpPr>
        <p:spPr>
          <a:xfrm rot="0">
            <a:off x="7137399" y="6682235"/>
            <a:ext cx="5474361" cy="407035"/>
          </a:xfrm>
          <a:prstGeom prst="rect">
            <a:avLst/>
          </a:prstGeom>
        </p:spPr>
        <p:txBody>
          <a:bodyPr anchor="t" rtlCol="false" tIns="0" lIns="0" bIns="0" rIns="0">
            <a:spAutoFit/>
          </a:bodyPr>
          <a:lstStyle/>
          <a:p>
            <a:pPr algn="l" marL="0" indent="0" lvl="0">
              <a:lnSpc>
                <a:spcPts val="3079"/>
              </a:lnSpc>
              <a:spcBef>
                <a:spcPct val="0"/>
              </a:spcBef>
            </a:pPr>
            <a:r>
              <a:rPr lang="en-US" b="true" sz="2799">
                <a:solidFill>
                  <a:srgbClr val="000000"/>
                </a:solidFill>
                <a:latin typeface="Nourd Semi-Bold"/>
                <a:ea typeface="Nourd Semi-Bold"/>
                <a:cs typeface="Nourd Semi-Bold"/>
                <a:sym typeface="Nourd Semi-Bold"/>
              </a:rPr>
              <a:t>Beta Testing</a:t>
            </a:r>
          </a:p>
        </p:txBody>
      </p:sp>
      <p:sp>
        <p:nvSpPr>
          <p:cNvPr name="TextBox 13" id="13"/>
          <p:cNvSpPr txBox="true"/>
          <p:nvPr/>
        </p:nvSpPr>
        <p:spPr>
          <a:xfrm rot="0">
            <a:off x="4600792" y="3304280"/>
            <a:ext cx="2017496" cy="2076471"/>
          </a:xfrm>
          <a:prstGeom prst="rect">
            <a:avLst/>
          </a:prstGeom>
        </p:spPr>
        <p:txBody>
          <a:bodyPr anchor="t" rtlCol="false" tIns="0" lIns="0" bIns="0" rIns="0">
            <a:spAutoFit/>
          </a:bodyPr>
          <a:lstStyle/>
          <a:p>
            <a:pPr algn="ctr">
              <a:lnSpc>
                <a:spcPts val="15499"/>
              </a:lnSpc>
            </a:pPr>
            <a:r>
              <a:rPr lang="en-US" sz="15978">
                <a:solidFill>
                  <a:srgbClr val="000000"/>
                </a:solidFill>
                <a:latin typeface="Nourd Light"/>
                <a:ea typeface="Nourd Light"/>
                <a:cs typeface="Nourd Light"/>
                <a:sym typeface="Nourd Light"/>
              </a:rPr>
              <a:t>1</a:t>
            </a:r>
          </a:p>
        </p:txBody>
      </p:sp>
      <p:sp>
        <p:nvSpPr>
          <p:cNvPr name="TextBox 14" id="14"/>
          <p:cNvSpPr txBox="true"/>
          <p:nvPr/>
        </p:nvSpPr>
        <p:spPr>
          <a:xfrm rot="0">
            <a:off x="4600792" y="6633723"/>
            <a:ext cx="2017496" cy="2076471"/>
          </a:xfrm>
          <a:prstGeom prst="rect">
            <a:avLst/>
          </a:prstGeom>
        </p:spPr>
        <p:txBody>
          <a:bodyPr anchor="t" rtlCol="false" tIns="0" lIns="0" bIns="0" rIns="0">
            <a:spAutoFit/>
          </a:bodyPr>
          <a:lstStyle/>
          <a:p>
            <a:pPr algn="ctr">
              <a:lnSpc>
                <a:spcPts val="15499"/>
              </a:lnSpc>
            </a:pPr>
            <a:r>
              <a:rPr lang="en-US" sz="15978">
                <a:solidFill>
                  <a:srgbClr val="000000"/>
                </a:solidFill>
                <a:latin typeface="Nourd Light"/>
                <a:ea typeface="Nourd Light"/>
                <a:cs typeface="Nourd Light"/>
                <a:sym typeface="Nourd Light"/>
              </a:rPr>
              <a:t>2</a:t>
            </a:r>
          </a:p>
        </p:txBody>
      </p:sp>
      <p:grpSp>
        <p:nvGrpSpPr>
          <p:cNvPr name="Group 15" id="15"/>
          <p:cNvGrpSpPr/>
          <p:nvPr/>
        </p:nvGrpSpPr>
        <p:grpSpPr>
          <a:xfrm rot="0">
            <a:off x="15943292" y="-364569"/>
            <a:ext cx="3025476" cy="3025476"/>
            <a:chOff x="0" y="0"/>
            <a:chExt cx="647700" cy="647700"/>
          </a:xfrm>
        </p:grpSpPr>
        <p:sp>
          <p:nvSpPr>
            <p:cNvPr name="Freeform 16" id="16"/>
            <p:cNvSpPr/>
            <p:nvPr/>
          </p:nvSpPr>
          <p:spPr>
            <a:xfrm flipH="false" flipV="false" rot="0">
              <a:off x="0" y="0"/>
              <a:ext cx="647700" cy="647700"/>
            </a:xfrm>
            <a:custGeom>
              <a:avLst/>
              <a:gdLst/>
              <a:ahLst/>
              <a:cxnLst/>
              <a:rect r="r" b="b" t="t" l="l"/>
              <a:pathLst>
                <a:path h="647700" w="647700">
                  <a:moveTo>
                    <a:pt x="477520" y="21590"/>
                  </a:moveTo>
                  <a:lnTo>
                    <a:pt x="374650" y="269240"/>
                  </a:lnTo>
                  <a:lnTo>
                    <a:pt x="623570" y="166370"/>
                  </a:lnTo>
                  <a:lnTo>
                    <a:pt x="647700" y="219710"/>
                  </a:lnTo>
                  <a:lnTo>
                    <a:pt x="397510" y="322580"/>
                  </a:lnTo>
                  <a:lnTo>
                    <a:pt x="647700" y="425450"/>
                  </a:lnTo>
                  <a:lnTo>
                    <a:pt x="623570" y="477520"/>
                  </a:lnTo>
                  <a:lnTo>
                    <a:pt x="374650" y="374650"/>
                  </a:lnTo>
                  <a:lnTo>
                    <a:pt x="477520" y="623570"/>
                  </a:lnTo>
                  <a:lnTo>
                    <a:pt x="425450" y="647700"/>
                  </a:lnTo>
                  <a:lnTo>
                    <a:pt x="322580" y="397510"/>
                  </a:lnTo>
                  <a:lnTo>
                    <a:pt x="219710" y="647700"/>
                  </a:lnTo>
                  <a:lnTo>
                    <a:pt x="167640" y="623570"/>
                  </a:lnTo>
                  <a:lnTo>
                    <a:pt x="269240" y="374650"/>
                  </a:lnTo>
                  <a:lnTo>
                    <a:pt x="21590" y="477520"/>
                  </a:lnTo>
                  <a:lnTo>
                    <a:pt x="0" y="425450"/>
                  </a:lnTo>
                  <a:lnTo>
                    <a:pt x="247650" y="322580"/>
                  </a:lnTo>
                  <a:lnTo>
                    <a:pt x="0" y="219710"/>
                  </a:lnTo>
                  <a:lnTo>
                    <a:pt x="21590" y="167640"/>
                  </a:lnTo>
                  <a:lnTo>
                    <a:pt x="269240" y="269240"/>
                  </a:lnTo>
                  <a:lnTo>
                    <a:pt x="167640" y="21590"/>
                  </a:lnTo>
                  <a:lnTo>
                    <a:pt x="219710" y="0"/>
                  </a:lnTo>
                  <a:lnTo>
                    <a:pt x="322580" y="247650"/>
                  </a:lnTo>
                  <a:lnTo>
                    <a:pt x="425450" y="0"/>
                  </a:lnTo>
                  <a:lnTo>
                    <a:pt x="477520" y="21590"/>
                  </a:lnTo>
                  <a:close/>
                </a:path>
              </a:pathLst>
            </a:custGeom>
            <a:solidFill>
              <a:srgbClr val="56D363"/>
            </a:solidFill>
            <a:ln w="28575" cap="sq">
              <a:solidFill>
                <a:srgbClr val="000000"/>
              </a:solidFill>
              <a:prstDash val="solid"/>
              <a:miter/>
            </a:ln>
          </p:spPr>
        </p:sp>
        <p:sp>
          <p:nvSpPr>
            <p:cNvPr name="TextBox 17" id="17"/>
            <p:cNvSpPr txBox="true"/>
            <p:nvPr/>
          </p:nvSpPr>
          <p:spPr>
            <a:xfrm>
              <a:off x="152400" y="180975"/>
              <a:ext cx="342900" cy="314325"/>
            </a:xfrm>
            <a:prstGeom prst="rect">
              <a:avLst/>
            </a:prstGeom>
          </p:spPr>
          <p:txBody>
            <a:bodyPr anchor="ctr" rtlCol="false" tIns="50800" lIns="50800" bIns="50800" rIns="50800"/>
            <a:lstStyle/>
            <a:p>
              <a:pPr algn="ctr" marL="0" indent="0" lvl="0">
                <a:lnSpc>
                  <a:spcPts val="2640"/>
                </a:lnSpc>
                <a:spcBef>
                  <a:spcPct val="0"/>
                </a:spcBef>
              </a:pPr>
            </a:p>
            <a:p>
              <a:pPr algn="ctr" marL="0" indent="0" lvl="0">
                <a:lnSpc>
                  <a:spcPts val="2640"/>
                </a:lnSpc>
                <a:spcBef>
                  <a:spcPct val="0"/>
                </a:spcBef>
              </a:pPr>
            </a:p>
          </p:txBody>
        </p:sp>
      </p:grpSp>
      <p:grpSp>
        <p:nvGrpSpPr>
          <p:cNvPr name="Group 18" id="18"/>
          <p:cNvGrpSpPr/>
          <p:nvPr/>
        </p:nvGrpSpPr>
        <p:grpSpPr>
          <a:xfrm rot="0">
            <a:off x="-514350" y="7905600"/>
            <a:ext cx="3086100" cy="3086100"/>
            <a:chOff x="0" y="0"/>
            <a:chExt cx="558800" cy="558800"/>
          </a:xfrm>
        </p:grpSpPr>
        <p:sp>
          <p:nvSpPr>
            <p:cNvPr name="Freeform 19" id="19"/>
            <p:cNvSpPr/>
            <p:nvPr/>
          </p:nvSpPr>
          <p:spPr>
            <a:xfrm flipH="false" flipV="false" rot="0">
              <a:off x="0" y="0"/>
              <a:ext cx="558800" cy="558800"/>
            </a:xfrm>
            <a:custGeom>
              <a:avLst/>
              <a:gdLst/>
              <a:ahLst/>
              <a:cxnLst/>
              <a:rect r="r" b="b" t="t" l="l"/>
              <a:pathLst>
                <a:path h="558800" w="558800">
                  <a:moveTo>
                    <a:pt x="33042" y="234291"/>
                  </a:moveTo>
                  <a:cubicBezTo>
                    <a:pt x="49299" y="253840"/>
                    <a:pt x="49332" y="305706"/>
                    <a:pt x="33167" y="325331"/>
                  </a:cubicBezTo>
                  <a:cubicBezTo>
                    <a:pt x="12843" y="350003"/>
                    <a:pt x="669" y="381568"/>
                    <a:pt x="669" y="415884"/>
                  </a:cubicBezTo>
                  <a:cubicBezTo>
                    <a:pt x="669" y="495135"/>
                    <a:pt x="64865" y="558800"/>
                    <a:pt x="143251" y="558800"/>
                  </a:cubicBezTo>
                  <a:cubicBezTo>
                    <a:pt x="177745" y="558800"/>
                    <a:pt x="209318" y="546669"/>
                    <a:pt x="233976" y="526404"/>
                  </a:cubicBezTo>
                  <a:cubicBezTo>
                    <a:pt x="253647" y="510238"/>
                    <a:pt x="305827" y="510235"/>
                    <a:pt x="325498" y="526401"/>
                  </a:cubicBezTo>
                  <a:cubicBezTo>
                    <a:pt x="350157" y="546668"/>
                    <a:pt x="381730" y="558800"/>
                    <a:pt x="416232" y="558800"/>
                  </a:cubicBezTo>
                  <a:cubicBezTo>
                    <a:pt x="494618" y="558800"/>
                    <a:pt x="558800" y="495135"/>
                    <a:pt x="558800" y="415884"/>
                  </a:cubicBezTo>
                  <a:cubicBezTo>
                    <a:pt x="558800" y="381312"/>
                    <a:pt x="546247" y="349534"/>
                    <a:pt x="525581" y="324782"/>
                  </a:cubicBezTo>
                  <a:cubicBezTo>
                    <a:pt x="509342" y="305335"/>
                    <a:pt x="509342" y="254131"/>
                    <a:pt x="525556" y="234663"/>
                  </a:cubicBezTo>
                  <a:cubicBezTo>
                    <a:pt x="546238" y="209831"/>
                    <a:pt x="558800" y="177872"/>
                    <a:pt x="558800" y="142916"/>
                  </a:cubicBezTo>
                  <a:cubicBezTo>
                    <a:pt x="558800" y="64349"/>
                    <a:pt x="494618" y="0"/>
                    <a:pt x="416232" y="0"/>
                  </a:cubicBezTo>
                  <a:cubicBezTo>
                    <a:pt x="382027" y="0"/>
                    <a:pt x="350824" y="11865"/>
                    <a:pt x="326295" y="31724"/>
                  </a:cubicBezTo>
                  <a:cubicBezTo>
                    <a:pt x="306327" y="47891"/>
                    <a:pt x="252153" y="47709"/>
                    <a:pt x="232185" y="31544"/>
                  </a:cubicBezTo>
                  <a:cubicBezTo>
                    <a:pt x="207787" y="11793"/>
                    <a:pt x="176670" y="0"/>
                    <a:pt x="142568" y="0"/>
                  </a:cubicBezTo>
                  <a:cubicBezTo>
                    <a:pt x="64181" y="0"/>
                    <a:pt x="0" y="64349"/>
                    <a:pt x="0" y="142916"/>
                  </a:cubicBezTo>
                  <a:cubicBezTo>
                    <a:pt x="0" y="177697"/>
                    <a:pt x="12437" y="209512"/>
                    <a:pt x="33042" y="234291"/>
                  </a:cubicBezTo>
                  <a:close/>
                </a:path>
              </a:pathLst>
            </a:custGeom>
            <a:solidFill>
              <a:srgbClr val="F5F6F0"/>
            </a:solidFill>
            <a:ln w="28575" cap="sq">
              <a:solidFill>
                <a:srgbClr val="56D363"/>
              </a:solidFill>
              <a:prstDash val="solid"/>
              <a:miter/>
            </a:ln>
          </p:spPr>
        </p:sp>
        <p:sp>
          <p:nvSpPr>
            <p:cNvPr name="TextBox 20" id="20"/>
            <p:cNvSpPr txBox="true"/>
            <p:nvPr/>
          </p:nvSpPr>
          <p:spPr>
            <a:xfrm>
              <a:off x="44450" y="73025"/>
              <a:ext cx="469900" cy="441325"/>
            </a:xfrm>
            <a:prstGeom prst="rect">
              <a:avLst/>
            </a:prstGeom>
          </p:spPr>
          <p:txBody>
            <a:bodyPr anchor="ctr" rtlCol="false" tIns="50800" lIns="50800" bIns="50800" rIns="50800"/>
            <a:lstStyle/>
            <a:p>
              <a:pPr algn="ctr" marL="0" indent="0" lvl="0">
                <a:lnSpc>
                  <a:spcPts val="2640"/>
                </a:lnSpc>
                <a:spcBef>
                  <a:spcPct val="0"/>
                </a:spcBef>
              </a:pPr>
            </a:p>
          </p:txBody>
        </p:sp>
      </p:grpSp>
    </p:spTree>
  </p:cSld>
  <p:clrMapOvr>
    <a:masterClrMapping/>
  </p:clrMapOvr>
</p:sld>
</file>

<file path=ppt/slides/slide19.xml><?xml version="1.0" encoding="utf-8"?>
<p:sld xmlns:p="http://schemas.openxmlformats.org/presentationml/2006/main" xmlns:a="http://schemas.openxmlformats.org/drawingml/2006/main">
  <p:cSld>
    <p:bg>
      <p:bgPr>
        <a:solidFill>
          <a:srgbClr val="F5F6F0"/>
        </a:solidFill>
      </p:bgPr>
    </p:bg>
    <p:spTree>
      <p:nvGrpSpPr>
        <p:cNvPr id="1" name=""/>
        <p:cNvGrpSpPr/>
        <p:nvPr/>
      </p:nvGrpSpPr>
      <p:grpSpPr>
        <a:xfrm>
          <a:off x="0" y="0"/>
          <a:ext cx="0" cy="0"/>
          <a:chOff x="0" y="0"/>
          <a:chExt cx="0" cy="0"/>
        </a:xfrm>
      </p:grpSpPr>
      <p:sp>
        <p:nvSpPr>
          <p:cNvPr name="TextBox 2" id="2"/>
          <p:cNvSpPr txBox="true"/>
          <p:nvPr/>
        </p:nvSpPr>
        <p:spPr>
          <a:xfrm rot="0">
            <a:off x="6609172" y="4771708"/>
            <a:ext cx="7294826" cy="857885"/>
          </a:xfrm>
          <a:prstGeom prst="rect">
            <a:avLst/>
          </a:prstGeom>
        </p:spPr>
        <p:txBody>
          <a:bodyPr anchor="t" rtlCol="false" tIns="0" lIns="0" bIns="0" rIns="0">
            <a:spAutoFit/>
          </a:bodyPr>
          <a:lstStyle/>
          <a:p>
            <a:pPr algn="l" marL="0" indent="0" lvl="0">
              <a:lnSpc>
                <a:spcPts val="6399"/>
              </a:lnSpc>
              <a:spcBef>
                <a:spcPct val="0"/>
              </a:spcBef>
            </a:pPr>
            <a:r>
              <a:rPr lang="en-US" b="true" sz="6399">
                <a:solidFill>
                  <a:srgbClr val="000000"/>
                </a:solidFill>
                <a:latin typeface="Nourd Semi-Bold"/>
                <a:ea typeface="Nourd Semi-Bold"/>
                <a:cs typeface="Nourd Semi-Bold"/>
                <a:sym typeface="Nourd Semi-Bold"/>
              </a:rPr>
              <a:t>What’s next?</a:t>
            </a:r>
          </a:p>
        </p:txBody>
      </p:sp>
      <p:grpSp>
        <p:nvGrpSpPr>
          <p:cNvPr name="Group 3" id="3"/>
          <p:cNvGrpSpPr/>
          <p:nvPr/>
        </p:nvGrpSpPr>
        <p:grpSpPr>
          <a:xfrm rot="0">
            <a:off x="5147830" y="4594401"/>
            <a:ext cx="1098198" cy="1098198"/>
            <a:chOff x="0" y="0"/>
            <a:chExt cx="673100" cy="673100"/>
          </a:xfrm>
        </p:grpSpPr>
        <p:sp>
          <p:nvSpPr>
            <p:cNvPr name="Freeform 4" id="4"/>
            <p:cNvSpPr/>
            <p:nvPr/>
          </p:nvSpPr>
          <p:spPr>
            <a:xfrm flipH="false" flipV="false" rot="0">
              <a:off x="0" y="0"/>
              <a:ext cx="673100" cy="673100"/>
            </a:xfrm>
            <a:custGeom>
              <a:avLst/>
              <a:gdLst/>
              <a:ahLst/>
              <a:cxnLst/>
              <a:rect r="r" b="b" t="t" l="l"/>
              <a:pathLst>
                <a:path h="673100" w="673100">
                  <a:moveTo>
                    <a:pt x="530860" y="55880"/>
                  </a:moveTo>
                  <a:lnTo>
                    <a:pt x="471170" y="201930"/>
                  </a:lnTo>
                  <a:lnTo>
                    <a:pt x="617220" y="140970"/>
                  </a:lnTo>
                  <a:lnTo>
                    <a:pt x="673100" y="275590"/>
                  </a:lnTo>
                  <a:lnTo>
                    <a:pt x="527050" y="336550"/>
                  </a:lnTo>
                  <a:lnTo>
                    <a:pt x="673100" y="397510"/>
                  </a:lnTo>
                  <a:lnTo>
                    <a:pt x="617220" y="532130"/>
                  </a:lnTo>
                  <a:lnTo>
                    <a:pt x="471170" y="471170"/>
                  </a:lnTo>
                  <a:lnTo>
                    <a:pt x="530860" y="617220"/>
                  </a:lnTo>
                  <a:lnTo>
                    <a:pt x="396240" y="673100"/>
                  </a:lnTo>
                  <a:lnTo>
                    <a:pt x="336550" y="527050"/>
                  </a:lnTo>
                  <a:lnTo>
                    <a:pt x="275590" y="673100"/>
                  </a:lnTo>
                  <a:lnTo>
                    <a:pt x="140970" y="617220"/>
                  </a:lnTo>
                  <a:lnTo>
                    <a:pt x="201930" y="471170"/>
                  </a:lnTo>
                  <a:lnTo>
                    <a:pt x="55880" y="532130"/>
                  </a:lnTo>
                  <a:lnTo>
                    <a:pt x="0" y="397510"/>
                  </a:lnTo>
                  <a:lnTo>
                    <a:pt x="146050" y="336550"/>
                  </a:lnTo>
                  <a:lnTo>
                    <a:pt x="0" y="275590"/>
                  </a:lnTo>
                  <a:lnTo>
                    <a:pt x="55880" y="140970"/>
                  </a:lnTo>
                  <a:lnTo>
                    <a:pt x="201930" y="201930"/>
                  </a:lnTo>
                  <a:lnTo>
                    <a:pt x="140970" y="55880"/>
                  </a:lnTo>
                  <a:lnTo>
                    <a:pt x="275590" y="0"/>
                  </a:lnTo>
                  <a:lnTo>
                    <a:pt x="336550" y="146050"/>
                  </a:lnTo>
                  <a:lnTo>
                    <a:pt x="396240" y="0"/>
                  </a:lnTo>
                  <a:lnTo>
                    <a:pt x="530860" y="55880"/>
                  </a:lnTo>
                  <a:close/>
                </a:path>
              </a:pathLst>
            </a:custGeom>
            <a:solidFill>
              <a:srgbClr val="56D363"/>
            </a:solidFill>
            <a:ln w="28575" cap="sq">
              <a:solidFill>
                <a:srgbClr val="000000"/>
              </a:solidFill>
              <a:prstDash val="solid"/>
              <a:miter/>
            </a:ln>
          </p:spPr>
        </p:sp>
        <p:sp>
          <p:nvSpPr>
            <p:cNvPr name="TextBox 5" id="5"/>
            <p:cNvSpPr txBox="true"/>
            <p:nvPr/>
          </p:nvSpPr>
          <p:spPr>
            <a:xfrm>
              <a:off x="165100" y="193675"/>
              <a:ext cx="342900" cy="314325"/>
            </a:xfrm>
            <a:prstGeom prst="rect">
              <a:avLst/>
            </a:prstGeom>
          </p:spPr>
          <p:txBody>
            <a:bodyPr anchor="ctr" rtlCol="false" tIns="50800" lIns="50800" bIns="50800" rIns="50800"/>
            <a:lstStyle/>
            <a:p>
              <a:pPr algn="ctr" marL="0" indent="0" lvl="0">
                <a:lnSpc>
                  <a:spcPts val="2640"/>
                </a:lnSpc>
                <a:spcBef>
                  <a:spcPct val="0"/>
                </a:spcBef>
              </a:pPr>
            </a:p>
          </p:txBody>
        </p:sp>
      </p:grpSp>
      <p:grpSp>
        <p:nvGrpSpPr>
          <p:cNvPr name="Group 6" id="6"/>
          <p:cNvGrpSpPr/>
          <p:nvPr/>
        </p:nvGrpSpPr>
        <p:grpSpPr>
          <a:xfrm rot="-10800000">
            <a:off x="11682700" y="-5112580"/>
            <a:ext cx="7265884" cy="6969317"/>
            <a:chOff x="0" y="0"/>
            <a:chExt cx="622300" cy="596900"/>
          </a:xfrm>
        </p:grpSpPr>
        <p:sp>
          <p:nvSpPr>
            <p:cNvPr name="Freeform 7" id="7"/>
            <p:cNvSpPr/>
            <p:nvPr/>
          </p:nvSpPr>
          <p:spPr>
            <a:xfrm flipH="false" flipV="false" rot="0">
              <a:off x="0" y="0"/>
              <a:ext cx="622300" cy="596900"/>
            </a:xfrm>
            <a:custGeom>
              <a:avLst/>
              <a:gdLst/>
              <a:ahLst/>
              <a:cxnLst/>
              <a:rect r="r" b="b" t="t" l="l"/>
              <a:pathLst>
                <a:path h="596900" w="622300">
                  <a:moveTo>
                    <a:pt x="295910" y="297180"/>
                  </a:moveTo>
                  <a:lnTo>
                    <a:pt x="295910" y="596900"/>
                  </a:lnTo>
                  <a:cubicBezTo>
                    <a:pt x="129540" y="590550"/>
                    <a:pt x="0" y="459740"/>
                    <a:pt x="0" y="297180"/>
                  </a:cubicBezTo>
                  <a:cubicBezTo>
                    <a:pt x="0" y="135890"/>
                    <a:pt x="129540" y="3810"/>
                    <a:pt x="295910" y="0"/>
                  </a:cubicBezTo>
                  <a:lnTo>
                    <a:pt x="295910" y="299720"/>
                  </a:lnTo>
                  <a:close/>
                  <a:moveTo>
                    <a:pt x="295910" y="287020"/>
                  </a:moveTo>
                  <a:lnTo>
                    <a:pt x="295910" y="289560"/>
                  </a:lnTo>
                  <a:cubicBezTo>
                    <a:pt x="295910" y="210820"/>
                    <a:pt x="328930" y="138430"/>
                    <a:pt x="365760" y="86360"/>
                  </a:cubicBezTo>
                  <a:cubicBezTo>
                    <a:pt x="402590" y="35560"/>
                    <a:pt x="452120" y="2540"/>
                    <a:pt x="511810" y="0"/>
                  </a:cubicBezTo>
                  <a:lnTo>
                    <a:pt x="511810" y="297180"/>
                  </a:lnTo>
                  <a:lnTo>
                    <a:pt x="511810" y="596900"/>
                  </a:lnTo>
                  <a:cubicBezTo>
                    <a:pt x="452120" y="591820"/>
                    <a:pt x="402590" y="560070"/>
                    <a:pt x="365760" y="509270"/>
                  </a:cubicBezTo>
                  <a:cubicBezTo>
                    <a:pt x="328930" y="457200"/>
                    <a:pt x="295910" y="384810"/>
                    <a:pt x="295910" y="304800"/>
                  </a:cubicBezTo>
                  <a:lnTo>
                    <a:pt x="295910" y="287020"/>
                  </a:lnTo>
                  <a:close/>
                  <a:moveTo>
                    <a:pt x="511810" y="297180"/>
                  </a:moveTo>
                  <a:cubicBezTo>
                    <a:pt x="511810" y="214630"/>
                    <a:pt x="533400" y="138430"/>
                    <a:pt x="554990" y="85090"/>
                  </a:cubicBezTo>
                  <a:cubicBezTo>
                    <a:pt x="566420" y="58420"/>
                    <a:pt x="579120" y="36830"/>
                    <a:pt x="593090" y="21590"/>
                  </a:cubicBezTo>
                  <a:cubicBezTo>
                    <a:pt x="604520" y="10160"/>
                    <a:pt x="615950" y="2540"/>
                    <a:pt x="622300" y="1270"/>
                  </a:cubicBezTo>
                  <a:lnTo>
                    <a:pt x="622300" y="596900"/>
                  </a:lnTo>
                  <a:cubicBezTo>
                    <a:pt x="615950" y="591820"/>
                    <a:pt x="600710" y="585470"/>
                    <a:pt x="593090" y="572770"/>
                  </a:cubicBezTo>
                  <a:cubicBezTo>
                    <a:pt x="579120" y="558800"/>
                    <a:pt x="566420" y="537210"/>
                    <a:pt x="554990" y="510540"/>
                  </a:cubicBezTo>
                  <a:cubicBezTo>
                    <a:pt x="534670" y="459740"/>
                    <a:pt x="511810" y="389890"/>
                    <a:pt x="511810" y="313690"/>
                  </a:cubicBezTo>
                  <a:lnTo>
                    <a:pt x="511810" y="297180"/>
                  </a:lnTo>
                  <a:close/>
                </a:path>
              </a:pathLst>
            </a:custGeom>
            <a:solidFill>
              <a:srgbClr val="F5F6F0"/>
            </a:solidFill>
            <a:ln w="28575" cap="sq">
              <a:solidFill>
                <a:srgbClr val="56D363"/>
              </a:solidFill>
              <a:prstDash val="solid"/>
              <a:miter/>
            </a:ln>
          </p:spPr>
        </p:sp>
        <p:sp>
          <p:nvSpPr>
            <p:cNvPr name="TextBox 8" id="8"/>
            <p:cNvSpPr txBox="true"/>
            <p:nvPr/>
          </p:nvSpPr>
          <p:spPr>
            <a:xfrm>
              <a:off x="0" y="155575"/>
              <a:ext cx="622300" cy="314325"/>
            </a:xfrm>
            <a:prstGeom prst="rect">
              <a:avLst/>
            </a:prstGeom>
          </p:spPr>
          <p:txBody>
            <a:bodyPr anchor="ctr" rtlCol="false" tIns="50800" lIns="50800" bIns="50800" rIns="50800"/>
            <a:lstStyle/>
            <a:p>
              <a:pPr algn="ctr" marL="0" indent="0" lvl="0">
                <a:lnSpc>
                  <a:spcPts val="2640"/>
                </a:lnSpc>
                <a:spcBef>
                  <a:spcPct val="0"/>
                </a:spcBef>
              </a:pPr>
              <a:r>
                <a:rPr lang="en-US" sz="2400">
                  <a:solidFill>
                    <a:srgbClr val="000000"/>
                  </a:solidFill>
                  <a:latin typeface="Nourd"/>
                  <a:ea typeface="Nourd"/>
                  <a:cs typeface="Nourd"/>
                  <a:sym typeface="Nourd"/>
                </a:rPr>
                <a:t>t</a:t>
              </a:r>
            </a:p>
          </p:txBody>
        </p:sp>
      </p:grpSp>
    </p:spTree>
  </p:cSld>
  <p:clrMapOvr>
    <a:masterClrMapping/>
  </p:clrMapOvr>
</p:sld>
</file>

<file path=ppt/slides/slide20.xml><?xml version="1.0" encoding="utf-8"?>
<p:sld xmlns:p="http://schemas.openxmlformats.org/presentationml/2006/main" xmlns:a="http://schemas.openxmlformats.org/drawingml/2006/main">
  <p:cSld>
    <p:bg>
      <p:bgPr>
        <a:solidFill>
          <a:srgbClr val="F5F6F0"/>
        </a:solidFill>
      </p:bgPr>
    </p:bg>
    <p:spTree>
      <p:nvGrpSpPr>
        <p:cNvPr id="1" name=""/>
        <p:cNvGrpSpPr/>
        <p:nvPr/>
      </p:nvGrpSpPr>
      <p:grpSpPr>
        <a:xfrm>
          <a:off x="0" y="0"/>
          <a:ext cx="0" cy="0"/>
          <a:chOff x="0" y="0"/>
          <a:chExt cx="0" cy="0"/>
        </a:xfrm>
      </p:grpSpPr>
      <p:sp>
        <p:nvSpPr>
          <p:cNvPr name="TextBox 2" id="2"/>
          <p:cNvSpPr txBox="true"/>
          <p:nvPr/>
        </p:nvSpPr>
        <p:spPr>
          <a:xfrm rot="0">
            <a:off x="5013514" y="3104567"/>
            <a:ext cx="8260971" cy="3747135"/>
          </a:xfrm>
          <a:prstGeom prst="rect">
            <a:avLst/>
          </a:prstGeom>
        </p:spPr>
        <p:txBody>
          <a:bodyPr anchor="t" rtlCol="false" tIns="0" lIns="0" bIns="0" rIns="0">
            <a:spAutoFit/>
          </a:bodyPr>
          <a:lstStyle/>
          <a:p>
            <a:pPr algn="ctr">
              <a:lnSpc>
                <a:spcPts val="14400"/>
              </a:lnSpc>
            </a:pPr>
            <a:r>
              <a:rPr lang="en-US" sz="14400">
                <a:solidFill>
                  <a:srgbClr val="000000"/>
                </a:solidFill>
                <a:latin typeface="Nourd"/>
                <a:ea typeface="Nourd"/>
                <a:cs typeface="Nourd"/>
                <a:sym typeface="Nourd"/>
              </a:rPr>
              <a:t>Thank You</a:t>
            </a:r>
          </a:p>
        </p:txBody>
      </p:sp>
      <p:grpSp>
        <p:nvGrpSpPr>
          <p:cNvPr name="Group 3" id="3"/>
          <p:cNvGrpSpPr/>
          <p:nvPr/>
        </p:nvGrpSpPr>
        <p:grpSpPr>
          <a:xfrm rot="0">
            <a:off x="1028700" y="1028700"/>
            <a:ext cx="782400" cy="782400"/>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6D363"/>
            </a:solidFill>
            <a:ln w="28575" cap="sq">
              <a:solidFill>
                <a:srgbClr val="000000"/>
              </a:solidFill>
              <a:prstDash val="solid"/>
              <a:miter/>
            </a:ln>
          </p:spPr>
        </p:sp>
        <p:sp>
          <p:nvSpPr>
            <p:cNvPr name="TextBox 5" id="5"/>
            <p:cNvSpPr txBox="true"/>
            <p:nvPr/>
          </p:nvSpPr>
          <p:spPr>
            <a:xfrm>
              <a:off x="76200" y="104775"/>
              <a:ext cx="660400" cy="631825"/>
            </a:xfrm>
            <a:prstGeom prst="rect">
              <a:avLst/>
            </a:prstGeom>
          </p:spPr>
          <p:txBody>
            <a:bodyPr anchor="ctr" rtlCol="false" tIns="50800" lIns="50800" bIns="50800" rIns="50800"/>
            <a:lstStyle/>
            <a:p>
              <a:pPr algn="ctr">
                <a:lnSpc>
                  <a:spcPts val="2640"/>
                </a:lnSpc>
              </a:pPr>
            </a:p>
          </p:txBody>
        </p:sp>
      </p:grpSp>
      <p:grpSp>
        <p:nvGrpSpPr>
          <p:cNvPr name="Group 6" id="6"/>
          <p:cNvGrpSpPr/>
          <p:nvPr/>
        </p:nvGrpSpPr>
        <p:grpSpPr>
          <a:xfrm rot="0">
            <a:off x="1441582" y="1028700"/>
            <a:ext cx="782400" cy="782400"/>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28575" cap="sq">
              <a:solidFill>
                <a:srgbClr val="000000"/>
              </a:solidFill>
              <a:prstDash val="solid"/>
              <a:miter/>
            </a:ln>
          </p:spPr>
        </p:sp>
        <p:sp>
          <p:nvSpPr>
            <p:cNvPr name="TextBox 8" id="8"/>
            <p:cNvSpPr txBox="true"/>
            <p:nvPr/>
          </p:nvSpPr>
          <p:spPr>
            <a:xfrm>
              <a:off x="76200" y="104775"/>
              <a:ext cx="660400" cy="631825"/>
            </a:xfrm>
            <a:prstGeom prst="rect">
              <a:avLst/>
            </a:prstGeom>
          </p:spPr>
          <p:txBody>
            <a:bodyPr anchor="ctr" rtlCol="false" tIns="50800" lIns="50800" bIns="50800" rIns="50800"/>
            <a:lstStyle/>
            <a:p>
              <a:pPr algn="ctr">
                <a:lnSpc>
                  <a:spcPts val="2640"/>
                </a:lnSpc>
              </a:pPr>
            </a:p>
          </p:txBody>
        </p:sp>
      </p:grpSp>
      <p:grpSp>
        <p:nvGrpSpPr>
          <p:cNvPr name="Group 9" id="9"/>
          <p:cNvGrpSpPr/>
          <p:nvPr/>
        </p:nvGrpSpPr>
        <p:grpSpPr>
          <a:xfrm rot="0">
            <a:off x="16459583" y="1060829"/>
            <a:ext cx="799717" cy="735460"/>
            <a:chOff x="0" y="0"/>
            <a:chExt cx="812800" cy="747492"/>
          </a:xfrm>
        </p:grpSpPr>
        <p:sp>
          <p:nvSpPr>
            <p:cNvPr name="Freeform 10" id="10"/>
            <p:cNvSpPr/>
            <p:nvPr/>
          </p:nvSpPr>
          <p:spPr>
            <a:xfrm flipH="false" flipV="false" rot="0">
              <a:off x="0" y="0"/>
              <a:ext cx="812800" cy="747492"/>
            </a:xfrm>
            <a:custGeom>
              <a:avLst/>
              <a:gdLst/>
              <a:ahLst/>
              <a:cxnLst/>
              <a:rect r="r" b="b" t="t" l="l"/>
              <a:pathLst>
                <a:path h="747492" w="812800">
                  <a:moveTo>
                    <a:pt x="812800" y="373746"/>
                  </a:moveTo>
                  <a:lnTo>
                    <a:pt x="406400" y="0"/>
                  </a:lnTo>
                  <a:lnTo>
                    <a:pt x="406400" y="203200"/>
                  </a:lnTo>
                  <a:lnTo>
                    <a:pt x="0" y="203200"/>
                  </a:lnTo>
                  <a:lnTo>
                    <a:pt x="0" y="544292"/>
                  </a:lnTo>
                  <a:lnTo>
                    <a:pt x="406400" y="544292"/>
                  </a:lnTo>
                  <a:lnTo>
                    <a:pt x="406400" y="747492"/>
                  </a:lnTo>
                  <a:lnTo>
                    <a:pt x="812800" y="373746"/>
                  </a:lnTo>
                  <a:close/>
                </a:path>
              </a:pathLst>
            </a:custGeom>
            <a:solidFill>
              <a:srgbClr val="56D363"/>
            </a:solidFill>
            <a:ln w="28575" cap="sq">
              <a:solidFill>
                <a:srgbClr val="000000"/>
              </a:solidFill>
              <a:prstDash val="solid"/>
              <a:miter/>
            </a:ln>
          </p:spPr>
        </p:sp>
        <p:sp>
          <p:nvSpPr>
            <p:cNvPr name="TextBox 11" id="11"/>
            <p:cNvSpPr txBox="true"/>
            <p:nvPr/>
          </p:nvSpPr>
          <p:spPr>
            <a:xfrm>
              <a:off x="0" y="231775"/>
              <a:ext cx="711200" cy="312517"/>
            </a:xfrm>
            <a:prstGeom prst="rect">
              <a:avLst/>
            </a:prstGeom>
          </p:spPr>
          <p:txBody>
            <a:bodyPr anchor="ctr" rtlCol="false" tIns="50800" lIns="50800" bIns="50800" rIns="50800"/>
            <a:lstStyle/>
            <a:p>
              <a:pPr algn="ctr">
                <a:lnSpc>
                  <a:spcPts val="2640"/>
                </a:lnSpc>
              </a:pPr>
            </a:p>
          </p:txBody>
        </p:sp>
      </p:grpSp>
      <p:grpSp>
        <p:nvGrpSpPr>
          <p:cNvPr name="Group 12" id="12"/>
          <p:cNvGrpSpPr/>
          <p:nvPr/>
        </p:nvGrpSpPr>
        <p:grpSpPr>
          <a:xfrm rot="0">
            <a:off x="15905309" y="1060829"/>
            <a:ext cx="799717" cy="735460"/>
            <a:chOff x="0" y="0"/>
            <a:chExt cx="812800" cy="747492"/>
          </a:xfrm>
        </p:grpSpPr>
        <p:sp>
          <p:nvSpPr>
            <p:cNvPr name="Freeform 13" id="13"/>
            <p:cNvSpPr/>
            <p:nvPr/>
          </p:nvSpPr>
          <p:spPr>
            <a:xfrm flipH="false" flipV="false" rot="0">
              <a:off x="0" y="0"/>
              <a:ext cx="812800" cy="747492"/>
            </a:xfrm>
            <a:custGeom>
              <a:avLst/>
              <a:gdLst/>
              <a:ahLst/>
              <a:cxnLst/>
              <a:rect r="r" b="b" t="t" l="l"/>
              <a:pathLst>
                <a:path h="747492" w="812800">
                  <a:moveTo>
                    <a:pt x="812800" y="373746"/>
                  </a:moveTo>
                  <a:lnTo>
                    <a:pt x="406400" y="0"/>
                  </a:lnTo>
                  <a:lnTo>
                    <a:pt x="406400" y="203200"/>
                  </a:lnTo>
                  <a:lnTo>
                    <a:pt x="0" y="203200"/>
                  </a:lnTo>
                  <a:lnTo>
                    <a:pt x="0" y="544292"/>
                  </a:lnTo>
                  <a:lnTo>
                    <a:pt x="406400" y="544292"/>
                  </a:lnTo>
                  <a:lnTo>
                    <a:pt x="406400" y="747492"/>
                  </a:lnTo>
                  <a:lnTo>
                    <a:pt x="812800" y="373746"/>
                  </a:lnTo>
                  <a:close/>
                </a:path>
              </a:pathLst>
            </a:custGeom>
            <a:solidFill>
              <a:srgbClr val="F5F6F0"/>
            </a:solidFill>
            <a:ln w="28575" cap="sq">
              <a:solidFill>
                <a:srgbClr val="000000"/>
              </a:solidFill>
              <a:prstDash val="solid"/>
              <a:miter/>
            </a:ln>
          </p:spPr>
        </p:sp>
        <p:sp>
          <p:nvSpPr>
            <p:cNvPr name="TextBox 14" id="14"/>
            <p:cNvSpPr txBox="true"/>
            <p:nvPr/>
          </p:nvSpPr>
          <p:spPr>
            <a:xfrm>
              <a:off x="0" y="231775"/>
              <a:ext cx="711200" cy="312517"/>
            </a:xfrm>
            <a:prstGeom prst="rect">
              <a:avLst/>
            </a:prstGeom>
          </p:spPr>
          <p:txBody>
            <a:bodyPr anchor="ctr" rtlCol="false" tIns="50800" lIns="50800" bIns="50800" rIns="50800"/>
            <a:lstStyle/>
            <a:p>
              <a:pPr algn="ctr">
                <a:lnSpc>
                  <a:spcPts val="2640"/>
                </a:lnSpc>
              </a:pPr>
            </a:p>
          </p:txBody>
        </p:sp>
      </p:grpSp>
      <p:grpSp>
        <p:nvGrpSpPr>
          <p:cNvPr name="Group 15" id="15"/>
          <p:cNvGrpSpPr/>
          <p:nvPr/>
        </p:nvGrpSpPr>
        <p:grpSpPr>
          <a:xfrm rot="0">
            <a:off x="15351034" y="1060829"/>
            <a:ext cx="799717" cy="735460"/>
            <a:chOff x="0" y="0"/>
            <a:chExt cx="812800" cy="747492"/>
          </a:xfrm>
        </p:grpSpPr>
        <p:sp>
          <p:nvSpPr>
            <p:cNvPr name="Freeform 16" id="16"/>
            <p:cNvSpPr/>
            <p:nvPr/>
          </p:nvSpPr>
          <p:spPr>
            <a:xfrm flipH="false" flipV="false" rot="0">
              <a:off x="0" y="0"/>
              <a:ext cx="812800" cy="747492"/>
            </a:xfrm>
            <a:custGeom>
              <a:avLst/>
              <a:gdLst/>
              <a:ahLst/>
              <a:cxnLst/>
              <a:rect r="r" b="b" t="t" l="l"/>
              <a:pathLst>
                <a:path h="747492" w="812800">
                  <a:moveTo>
                    <a:pt x="812800" y="373746"/>
                  </a:moveTo>
                  <a:lnTo>
                    <a:pt x="406400" y="0"/>
                  </a:lnTo>
                  <a:lnTo>
                    <a:pt x="406400" y="203200"/>
                  </a:lnTo>
                  <a:lnTo>
                    <a:pt x="0" y="203200"/>
                  </a:lnTo>
                  <a:lnTo>
                    <a:pt x="0" y="544292"/>
                  </a:lnTo>
                  <a:lnTo>
                    <a:pt x="406400" y="544292"/>
                  </a:lnTo>
                  <a:lnTo>
                    <a:pt x="406400" y="747492"/>
                  </a:lnTo>
                  <a:lnTo>
                    <a:pt x="812800" y="373746"/>
                  </a:lnTo>
                  <a:close/>
                </a:path>
              </a:pathLst>
            </a:custGeom>
            <a:solidFill>
              <a:srgbClr val="F5F6F0"/>
            </a:solidFill>
            <a:ln w="28575" cap="sq">
              <a:solidFill>
                <a:srgbClr val="000000"/>
              </a:solidFill>
              <a:prstDash val="solid"/>
              <a:miter/>
            </a:ln>
          </p:spPr>
        </p:sp>
        <p:sp>
          <p:nvSpPr>
            <p:cNvPr name="TextBox 17" id="17"/>
            <p:cNvSpPr txBox="true"/>
            <p:nvPr/>
          </p:nvSpPr>
          <p:spPr>
            <a:xfrm>
              <a:off x="0" y="231775"/>
              <a:ext cx="711200" cy="312517"/>
            </a:xfrm>
            <a:prstGeom prst="rect">
              <a:avLst/>
            </a:prstGeom>
          </p:spPr>
          <p:txBody>
            <a:bodyPr anchor="ctr" rtlCol="false" tIns="50800" lIns="50800" bIns="50800" rIns="50800"/>
            <a:lstStyle/>
            <a:p>
              <a:pPr algn="ctr">
                <a:lnSpc>
                  <a:spcPts val="2640"/>
                </a:lnSpc>
              </a:p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DAHWNdSd6Ho</dc:identifier>
  <dcterms:modified xsi:type="dcterms:W3CDTF">2011-08-01T06:04:30Z</dcterms:modified>
  <cp:revision>1</cp:revision>
  <dc:title>Thesis Defense Presentation</dc:title>
</cp:coreProperties>
</file>